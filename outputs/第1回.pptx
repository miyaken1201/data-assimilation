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745" r:id="rId2"/>
    <p:sldId id="584" r:id="rId3"/>
    <p:sldId id="747" r:id="rId4"/>
    <p:sldId id="746" r:id="rId5"/>
    <p:sldId id="74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gfa6170" userId="46cde8c4-1d5f-444e-a8bb-106eec3feaad" providerId="ADAL" clId="{0E1D26A4-AE7D-461B-9BCB-399C57B5AB78}"/>
    <pc:docChg chg="undo redo custSel modSld sldOrd">
      <pc:chgData name="cgfa6170" userId="46cde8c4-1d5f-444e-a8bb-106eec3feaad" providerId="ADAL" clId="{0E1D26A4-AE7D-461B-9BCB-399C57B5AB78}" dt="2025-10-08T08:11:32.519" v="2486" actId="20577"/>
      <pc:docMkLst>
        <pc:docMk/>
      </pc:docMkLst>
      <pc:sldChg chg="addSp delSp modSp mod">
        <pc:chgData name="cgfa6170" userId="46cde8c4-1d5f-444e-a8bb-106eec3feaad" providerId="ADAL" clId="{0E1D26A4-AE7D-461B-9BCB-399C57B5AB78}" dt="2025-10-08T07:39:54.288" v="837" actId="20577"/>
        <pc:sldMkLst>
          <pc:docMk/>
          <pc:sldMk cId="375693231" sldId="584"/>
        </pc:sldMkLst>
        <pc:spChg chg="mod">
          <ac:chgData name="cgfa6170" userId="46cde8c4-1d5f-444e-a8bb-106eec3feaad" providerId="ADAL" clId="{0E1D26A4-AE7D-461B-9BCB-399C57B5AB78}" dt="2025-10-08T07:39:54.288" v="837" actId="20577"/>
          <ac:spMkLst>
            <pc:docMk/>
            <pc:sldMk cId="375693231" sldId="584"/>
            <ac:spMk id="7" creationId="{2B8E83CA-CFAE-4900-9BEE-979834A48AFD}"/>
          </ac:spMkLst>
        </pc:spChg>
        <pc:picChg chg="add mod">
          <ac:chgData name="cgfa6170" userId="46cde8c4-1d5f-444e-a8bb-106eec3feaad" providerId="ADAL" clId="{0E1D26A4-AE7D-461B-9BCB-399C57B5AB78}" dt="2025-10-08T07:37:42.614" v="618" actId="1076"/>
          <ac:picMkLst>
            <pc:docMk/>
            <pc:sldMk cId="375693231" sldId="584"/>
            <ac:picMk id="3" creationId="{352F51DC-0DB1-4141-8123-16B7AB4398A7}"/>
          </ac:picMkLst>
        </pc:picChg>
        <pc:picChg chg="add del mod">
          <ac:chgData name="cgfa6170" userId="46cde8c4-1d5f-444e-a8bb-106eec3feaad" providerId="ADAL" clId="{0E1D26A4-AE7D-461B-9BCB-399C57B5AB78}" dt="2025-10-08T07:35:32.915" v="436" actId="478"/>
          <ac:picMkLst>
            <pc:docMk/>
            <pc:sldMk cId="375693231" sldId="584"/>
            <ac:picMk id="5" creationId="{F120D9B9-578E-4001-8E4E-5FD36BCC9E24}"/>
          </ac:picMkLst>
        </pc:picChg>
        <pc:picChg chg="add del mod">
          <ac:chgData name="cgfa6170" userId="46cde8c4-1d5f-444e-a8bb-106eec3feaad" providerId="ADAL" clId="{0E1D26A4-AE7D-461B-9BCB-399C57B5AB78}" dt="2025-10-08T07:33:33.742" v="366" actId="478"/>
          <ac:picMkLst>
            <pc:docMk/>
            <pc:sldMk cId="375693231" sldId="584"/>
            <ac:picMk id="9" creationId="{B77F312B-B757-4F08-BA61-2C9C09E07DA4}"/>
          </ac:picMkLst>
        </pc:picChg>
        <pc:picChg chg="add mod">
          <ac:chgData name="cgfa6170" userId="46cde8c4-1d5f-444e-a8bb-106eec3feaad" providerId="ADAL" clId="{0E1D26A4-AE7D-461B-9BCB-399C57B5AB78}" dt="2025-10-08T07:35:52.172" v="490" actId="1076"/>
          <ac:picMkLst>
            <pc:docMk/>
            <pc:sldMk cId="375693231" sldId="584"/>
            <ac:picMk id="11" creationId="{9D97E971-8006-4B35-8BE0-37DA0963B001}"/>
          </ac:picMkLst>
        </pc:picChg>
      </pc:sldChg>
      <pc:sldChg chg="delSp modSp mod">
        <pc:chgData name="cgfa6170" userId="46cde8c4-1d5f-444e-a8bb-106eec3feaad" providerId="ADAL" clId="{0E1D26A4-AE7D-461B-9BCB-399C57B5AB78}" dt="2025-10-08T08:11:32.519" v="2486" actId="20577"/>
        <pc:sldMkLst>
          <pc:docMk/>
          <pc:sldMk cId="108723299" sldId="745"/>
        </pc:sldMkLst>
        <pc:spChg chg="mod">
          <ac:chgData name="cgfa6170" userId="46cde8c4-1d5f-444e-a8bb-106eec3feaad" providerId="ADAL" clId="{0E1D26A4-AE7D-461B-9BCB-399C57B5AB78}" dt="2025-10-08T08:11:32.519" v="2486" actId="20577"/>
          <ac:spMkLst>
            <pc:docMk/>
            <pc:sldMk cId="108723299" sldId="745"/>
            <ac:spMk id="2" creationId="{1F1801E7-1C75-4533-8F2E-E1D0D70578CB}"/>
          </ac:spMkLst>
        </pc:spChg>
        <pc:spChg chg="mod">
          <ac:chgData name="cgfa6170" userId="46cde8c4-1d5f-444e-a8bb-106eec3feaad" providerId="ADAL" clId="{0E1D26A4-AE7D-461B-9BCB-399C57B5AB78}" dt="2025-10-08T08:10:11.677" v="2420" actId="20577"/>
          <ac:spMkLst>
            <pc:docMk/>
            <pc:sldMk cId="108723299" sldId="745"/>
            <ac:spMk id="3" creationId="{971BD750-A000-43E0-95F7-FD10619C9F99}"/>
          </ac:spMkLst>
        </pc:spChg>
        <pc:spChg chg="del mod">
          <ac:chgData name="cgfa6170" userId="46cde8c4-1d5f-444e-a8bb-106eec3feaad" providerId="ADAL" clId="{0E1D26A4-AE7D-461B-9BCB-399C57B5AB78}" dt="2025-10-08T08:10:19.781" v="2422" actId="478"/>
          <ac:spMkLst>
            <pc:docMk/>
            <pc:sldMk cId="108723299" sldId="745"/>
            <ac:spMk id="4" creationId="{74243658-8B36-4B73-9EA7-6300B3955026}"/>
          </ac:spMkLst>
        </pc:spChg>
        <pc:spChg chg="mod">
          <ac:chgData name="cgfa6170" userId="46cde8c4-1d5f-444e-a8bb-106eec3feaad" providerId="ADAL" clId="{0E1D26A4-AE7D-461B-9BCB-399C57B5AB78}" dt="2025-10-08T08:09:57.692" v="2371" actId="20577"/>
          <ac:spMkLst>
            <pc:docMk/>
            <pc:sldMk cId="108723299" sldId="745"/>
            <ac:spMk id="5" creationId="{DEDAE8FC-4B19-40DC-8D83-16DD22904E1A}"/>
          </ac:spMkLst>
        </pc:spChg>
      </pc:sldChg>
      <pc:sldChg chg="addSp delSp modSp mod ord">
        <pc:chgData name="cgfa6170" userId="46cde8c4-1d5f-444e-a8bb-106eec3feaad" providerId="ADAL" clId="{0E1D26A4-AE7D-461B-9BCB-399C57B5AB78}" dt="2025-10-08T08:08:34.892" v="2281" actId="1036"/>
        <pc:sldMkLst>
          <pc:docMk/>
          <pc:sldMk cId="3029167758" sldId="746"/>
        </pc:sldMkLst>
        <pc:spChg chg="mod">
          <ac:chgData name="cgfa6170" userId="46cde8c4-1d5f-444e-a8bb-106eec3feaad" providerId="ADAL" clId="{0E1D26A4-AE7D-461B-9BCB-399C57B5AB78}" dt="2025-10-08T08:02:48.902" v="1708" actId="20577"/>
          <ac:spMkLst>
            <pc:docMk/>
            <pc:sldMk cId="3029167758" sldId="746"/>
            <ac:spMk id="7" creationId="{2B8E83CA-CFAE-4900-9BEE-979834A48AFD}"/>
          </ac:spMkLst>
        </pc:spChg>
        <pc:picChg chg="add del mod">
          <ac:chgData name="cgfa6170" userId="46cde8c4-1d5f-444e-a8bb-106eec3feaad" providerId="ADAL" clId="{0E1D26A4-AE7D-461B-9BCB-399C57B5AB78}" dt="2025-10-08T07:51:08.358" v="1358" actId="478"/>
          <ac:picMkLst>
            <pc:docMk/>
            <pc:sldMk cId="3029167758" sldId="746"/>
            <ac:picMk id="3" creationId="{9CDE7098-99BC-45F3-BCDF-4AFE3E7DE822}"/>
          </ac:picMkLst>
        </pc:picChg>
        <pc:picChg chg="add mod">
          <ac:chgData name="cgfa6170" userId="46cde8c4-1d5f-444e-a8bb-106eec3feaad" providerId="ADAL" clId="{0E1D26A4-AE7D-461B-9BCB-399C57B5AB78}" dt="2025-10-08T08:03:08.919" v="1754" actId="1076"/>
          <ac:picMkLst>
            <pc:docMk/>
            <pc:sldMk cId="3029167758" sldId="746"/>
            <ac:picMk id="5" creationId="{1044133F-F9D2-446D-A048-8B3808859FDD}"/>
          </ac:picMkLst>
        </pc:picChg>
        <pc:picChg chg="add mod">
          <ac:chgData name="cgfa6170" userId="46cde8c4-1d5f-444e-a8bb-106eec3feaad" providerId="ADAL" clId="{0E1D26A4-AE7D-461B-9BCB-399C57B5AB78}" dt="2025-10-08T08:08:34.892" v="2281" actId="1036"/>
          <ac:picMkLst>
            <pc:docMk/>
            <pc:sldMk cId="3029167758" sldId="746"/>
            <ac:picMk id="9" creationId="{59EEF2A6-55DC-4A36-9269-9E21512DB974}"/>
          </ac:picMkLst>
        </pc:picChg>
      </pc:sldChg>
      <pc:sldChg chg="addSp delSp modSp mod">
        <pc:chgData name="cgfa6170" userId="46cde8c4-1d5f-444e-a8bb-106eec3feaad" providerId="ADAL" clId="{0E1D26A4-AE7D-461B-9BCB-399C57B5AB78}" dt="2025-10-08T07:50:12.422" v="1354" actId="1076"/>
        <pc:sldMkLst>
          <pc:docMk/>
          <pc:sldMk cId="1456858763" sldId="747"/>
        </pc:sldMkLst>
        <pc:spChg chg="mod">
          <ac:chgData name="cgfa6170" userId="46cde8c4-1d5f-444e-a8bb-106eec3feaad" providerId="ADAL" clId="{0E1D26A4-AE7D-461B-9BCB-399C57B5AB78}" dt="2025-10-08T07:49:35.286" v="1310" actId="20577"/>
          <ac:spMkLst>
            <pc:docMk/>
            <pc:sldMk cId="1456858763" sldId="747"/>
            <ac:spMk id="6" creationId="{8F99F45E-6E11-42BE-BE28-1DC6881DC7CE}"/>
          </ac:spMkLst>
        </pc:spChg>
        <pc:spChg chg="add del mod">
          <ac:chgData name="cgfa6170" userId="46cde8c4-1d5f-444e-a8bb-106eec3feaad" providerId="ADAL" clId="{0E1D26A4-AE7D-461B-9BCB-399C57B5AB78}" dt="2025-10-08T07:50:04.305" v="1349" actId="20577"/>
          <ac:spMkLst>
            <pc:docMk/>
            <pc:sldMk cId="1456858763" sldId="747"/>
            <ac:spMk id="7" creationId="{2B8E83CA-CFAE-4900-9BEE-979834A48AFD}"/>
          </ac:spMkLst>
        </pc:spChg>
        <pc:picChg chg="add del mod ord">
          <ac:chgData name="cgfa6170" userId="46cde8c4-1d5f-444e-a8bb-106eec3feaad" providerId="ADAL" clId="{0E1D26A4-AE7D-461B-9BCB-399C57B5AB78}" dt="2025-10-08T07:41:06.384" v="892" actId="22"/>
          <ac:picMkLst>
            <pc:docMk/>
            <pc:sldMk cId="1456858763" sldId="747"/>
            <ac:picMk id="3" creationId="{68210FBC-7180-4BFB-AE4E-77F5454C340E}"/>
          </ac:picMkLst>
        </pc:picChg>
        <pc:picChg chg="add del mod ord">
          <ac:chgData name="cgfa6170" userId="46cde8c4-1d5f-444e-a8bb-106eec3feaad" providerId="ADAL" clId="{0E1D26A4-AE7D-461B-9BCB-399C57B5AB78}" dt="2025-10-08T07:41:13.920" v="896" actId="22"/>
          <ac:picMkLst>
            <pc:docMk/>
            <pc:sldMk cId="1456858763" sldId="747"/>
            <ac:picMk id="5" creationId="{91B8EFF9-566B-4B8E-A204-6A33D6FD9917}"/>
          </ac:picMkLst>
        </pc:picChg>
        <pc:picChg chg="add mod">
          <ac:chgData name="cgfa6170" userId="46cde8c4-1d5f-444e-a8bb-106eec3feaad" providerId="ADAL" clId="{0E1D26A4-AE7D-461B-9BCB-399C57B5AB78}" dt="2025-10-08T07:50:12.422" v="1354" actId="1076"/>
          <ac:picMkLst>
            <pc:docMk/>
            <pc:sldMk cId="1456858763" sldId="747"/>
            <ac:picMk id="9" creationId="{6249EBBC-BE11-4D28-8623-E8C51DAB640E}"/>
          </ac:picMkLst>
        </pc:picChg>
      </pc:sldChg>
      <pc:sldChg chg="addSp delSp modSp mod">
        <pc:chgData name="cgfa6170" userId="46cde8c4-1d5f-444e-a8bb-106eec3feaad" providerId="ADAL" clId="{0E1D26A4-AE7D-461B-9BCB-399C57B5AB78}" dt="2025-10-08T08:09:22.024" v="2305" actId="20577"/>
        <pc:sldMkLst>
          <pc:docMk/>
          <pc:sldMk cId="1459118883" sldId="748"/>
        </pc:sldMkLst>
        <pc:spChg chg="mod">
          <ac:chgData name="cgfa6170" userId="46cde8c4-1d5f-444e-a8bb-106eec3feaad" providerId="ADAL" clId="{0E1D26A4-AE7D-461B-9BCB-399C57B5AB78}" dt="2025-10-08T08:09:22.024" v="2305" actId="20577"/>
          <ac:spMkLst>
            <pc:docMk/>
            <pc:sldMk cId="1459118883" sldId="748"/>
            <ac:spMk id="6" creationId="{8F99F45E-6E11-42BE-BE28-1DC6881DC7CE}"/>
          </ac:spMkLst>
        </pc:spChg>
        <pc:spChg chg="del mod">
          <ac:chgData name="cgfa6170" userId="46cde8c4-1d5f-444e-a8bb-106eec3feaad" providerId="ADAL" clId="{0E1D26A4-AE7D-461B-9BCB-399C57B5AB78}" dt="2025-10-08T08:04:38.091" v="1996" actId="478"/>
          <ac:spMkLst>
            <pc:docMk/>
            <pc:sldMk cId="1459118883" sldId="748"/>
            <ac:spMk id="7" creationId="{2B8E83CA-CFAE-4900-9BEE-979834A48AFD}"/>
          </ac:spMkLst>
        </pc:spChg>
        <pc:picChg chg="add mod">
          <ac:chgData name="cgfa6170" userId="46cde8c4-1d5f-444e-a8bb-106eec3feaad" providerId="ADAL" clId="{0E1D26A4-AE7D-461B-9BCB-399C57B5AB78}" dt="2025-10-08T08:04:32.091" v="1994" actId="1076"/>
          <ac:picMkLst>
            <pc:docMk/>
            <pc:sldMk cId="1459118883" sldId="748"/>
            <ac:picMk id="3" creationId="{80A71E76-F7DA-4967-A345-F250BB774055}"/>
          </ac:picMkLst>
        </pc:picChg>
        <pc:picChg chg="add mod">
          <ac:chgData name="cgfa6170" userId="46cde8c4-1d5f-444e-a8bb-106eec3feaad" providerId="ADAL" clId="{0E1D26A4-AE7D-461B-9BCB-399C57B5AB78}" dt="2025-10-08T08:04:41.972" v="1997" actId="1076"/>
          <ac:picMkLst>
            <pc:docMk/>
            <pc:sldMk cId="1459118883" sldId="748"/>
            <ac:picMk id="5" creationId="{9D1B1D39-4E61-43E2-80C9-3638DBB3CDED}"/>
          </ac:picMkLst>
        </pc:picChg>
        <pc:picChg chg="add mod">
          <ac:chgData name="cgfa6170" userId="46cde8c4-1d5f-444e-a8bb-106eec3feaad" providerId="ADAL" clId="{0E1D26A4-AE7D-461B-9BCB-399C57B5AB78}" dt="2025-10-08T08:07:19.267" v="2095" actId="1076"/>
          <ac:picMkLst>
            <pc:docMk/>
            <pc:sldMk cId="1459118883" sldId="748"/>
            <ac:picMk id="9" creationId="{AE2448F9-6093-43CD-8EDD-E68E16A10338}"/>
          </ac:picMkLst>
        </pc:picChg>
        <pc:picChg chg="add mod">
          <ac:chgData name="cgfa6170" userId="46cde8c4-1d5f-444e-a8bb-106eec3feaad" providerId="ADAL" clId="{0E1D26A4-AE7D-461B-9BCB-399C57B5AB78}" dt="2025-10-08T08:07:56.082" v="2197" actId="1076"/>
          <ac:picMkLst>
            <pc:docMk/>
            <pc:sldMk cId="1459118883" sldId="748"/>
            <ac:picMk id="11" creationId="{28AF376E-2832-4AEA-9D16-AA6BF853F01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83A2-BC4E-476D-B641-FC325B172BAC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85CA5-77D2-4806-A3EA-CD09521DD8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633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74-D70D-448B-9A15-5674C1B95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80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87D7B-558F-4C34-936D-5476A5A72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9C397C-467C-4639-BCAE-B3E11E15E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8264CD-F426-4726-9704-164E64E6E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678881-A7DC-4D1B-95B0-897AF3A1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F215AE-9792-444F-AA3B-8A1B7ABD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296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AEB0E3-6028-4EBC-B791-90819D03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D77B0B-4400-473F-A817-20E60D931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7AAD23-6B5A-456F-A25A-6142E161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4A74BB-44A6-44A4-8901-6BB355814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420FBD-9F00-4C5E-9801-EF930C2B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21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D252B-7C23-4166-A813-3DA90749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53210B-79DB-4766-8CC4-D34D8576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885B4C-1589-48F6-A81E-A6A3A6489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A07306-2285-4AA3-855B-E5EA7152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50F3E8-3D6C-4804-AED5-28FB2F94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22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BF873-9271-47D3-869A-99D17D3E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C832D3-B128-4256-ADAE-EFA484384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906DDF-8C1B-4A89-8452-8B78A67DD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12A0F4-B584-4DB0-9F5B-234F46BB7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41AC46-F61E-4102-A084-0DE0B6E3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9BFCA-909C-48ED-83E8-458001B4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090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B497A-4257-459C-9BF3-D49B99176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39D687-64B5-4A32-8F3E-D66279ACF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603A27-3C13-46D7-8A30-8D92D2337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1A8CBA6-03A4-456A-B1B8-2F262E025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E258539-7BDB-4D1F-AD3D-A00A51A49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8FDE5D8-004F-4E3D-97AD-ACEF48D7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0EC2CCD-9711-4277-B1C4-F686E5EC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2C4E37A-B659-4B94-94DA-D6443E68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22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5ABA7B-B114-4E16-A4CF-DD468395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095434C-C026-47FB-8340-2B668F2D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DDD1E21-2D1C-438A-8C3C-A57AB8A0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E634616-120F-407C-A919-D0D1FC18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865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531BF2-2B90-4EAC-85D6-739D6A73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F211E18-C36B-41EC-A623-B27E32C8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38E7EC-B112-413B-913D-9985A9557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15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5935CB-0322-4361-96D1-3B5154D1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B5B773-7EFD-4B48-B7A5-DCC7BD524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081BAE-2814-49FE-ADFF-F1C6EF9F4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8C258A-4A29-4673-A39A-140C322D9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810BF1-1717-43B4-83D0-F26C3F63D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EF5703-CA43-4D3B-AB72-CADA430F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07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6C00AB-FD12-4F60-A4F3-5BB7EBCBA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0B50932-0309-41E2-BC51-049084FF2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D775B5-B055-4910-B419-D256AA727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19C689-78F0-490A-870A-FB57A9B66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F9E094-EADF-48AC-9A4E-D05D995D3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C8C837-3C2B-4D6A-BE21-DEC35B5A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25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F43759-3A8A-406B-A40C-2793B40C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F7C001-2D4F-46B3-9A1B-1163F9D5C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8F778B-07CC-401A-9F1C-F77D65DD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067113-8C33-4ED2-A480-9FB168BA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E6BE59-0160-4054-B5D1-829F14CB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44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EC2C5C-6382-4528-A3C3-E94507178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EF7D7A-A10F-4838-B181-D2E0EBDE6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52531F-7213-46E4-ACAF-C5AC82AD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25AA7E-1847-4A98-A795-34E4E86E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5340A3-05D7-414F-B0C4-0E27A8FE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815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</p:spTree>
    <p:extLst>
      <p:ext uri="{BB962C8B-B14F-4D97-AF65-F5344CB8AC3E}">
        <p14:creationId xmlns:p14="http://schemas.microsoft.com/office/powerpoint/2010/main" val="2573160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5F1B5A-F194-4C25-ADCC-C9851CDE401F}"/>
              </a:ext>
            </a:extLst>
          </p:cNvPr>
          <p:cNvSpPr/>
          <p:nvPr userDrawn="1"/>
        </p:nvSpPr>
        <p:spPr>
          <a:xfrm>
            <a:off x="-1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6139CD-2273-4AFD-A61C-42970AC41B43}"/>
              </a:ext>
            </a:extLst>
          </p:cNvPr>
          <p:cNvCxnSpPr>
            <a:cxnSpLocks/>
          </p:cNvCxnSpPr>
          <p:nvPr userDrawn="1"/>
        </p:nvCxnSpPr>
        <p:spPr>
          <a:xfrm>
            <a:off x="143999" y="828000"/>
            <a:ext cx="11928001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92EC8F-97B9-4838-A1D0-72C6F9B7D7DD}"/>
              </a:ext>
            </a:extLst>
          </p:cNvPr>
          <p:cNvCxnSpPr>
            <a:cxnSpLocks/>
          </p:cNvCxnSpPr>
          <p:nvPr userDrawn="1"/>
        </p:nvCxnSpPr>
        <p:spPr>
          <a:xfrm>
            <a:off x="0" y="828000"/>
            <a:ext cx="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68E39387-4B0F-4890-A36C-50768E77C8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84" y="-63833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8BDBBF7-5AF0-484C-8F5D-2E63514725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5354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8862A9-3928-47DA-9187-DA7FD33C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C3F76D-EE9D-4D57-B79F-4C8A5F117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5F9FA8-B799-4D36-9F1D-AC1BBBA79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4A583-91E1-40FC-8B55-9FE867B1AE0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66D61E-949F-48F8-9D3D-39F7C9CE7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63D809-1E42-41E5-8294-76576D1BF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24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801E7-1C75-4533-8F2E-E1D0D7057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地球観測社会システム</a:t>
            </a:r>
            <a:br>
              <a:rPr lang="en-US" altLang="ja-JP" dirty="0"/>
            </a:br>
            <a:r>
              <a:rPr lang="ja-JP" altLang="en-US" dirty="0"/>
              <a:t>第</a:t>
            </a:r>
            <a:r>
              <a:rPr lang="en-US" altLang="ja-JP" dirty="0"/>
              <a:t>1</a:t>
            </a:r>
            <a:r>
              <a:rPr lang="ja-JP" altLang="en-US" dirty="0"/>
              <a:t>回経過報告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E8FC-4B19-40DC-8D83-16DD229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宮澤健人</a:t>
            </a:r>
          </a:p>
          <a:p>
            <a:endParaRPr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1BD750-A000-43E0-95F7-FD10619C9F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TW" altLang="en-US" dirty="0"/>
              <a:t>千葉大学</a:t>
            </a:r>
            <a:r>
              <a:rPr lang="ja-JP" altLang="en-US" dirty="0"/>
              <a:t>大学院　融合理工学府　リモートセンシングコース</a:t>
            </a:r>
            <a:r>
              <a:rPr lang="en-US" altLang="ja-JP" dirty="0"/>
              <a:t>1</a:t>
            </a:r>
            <a:r>
              <a:rPr lang="ja-JP" altLang="en-US" dirty="0"/>
              <a:t>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7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BasicTask1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>
            <a:normAutofit/>
          </a:bodyPr>
          <a:lstStyle/>
          <a:p>
            <a:r>
              <a:rPr kumimoji="1" lang="en-US" altLang="ja-JP" sz="1800" dirty="0"/>
              <a:t>Lorenz96</a:t>
            </a:r>
            <a:r>
              <a:rPr kumimoji="1" lang="ja-JP" altLang="en-US" sz="1800" dirty="0"/>
              <a:t>モデルを</a:t>
            </a:r>
            <a:r>
              <a:rPr kumimoji="1" lang="en-US" altLang="ja-JP" sz="1800" dirty="0"/>
              <a:t>4</a:t>
            </a:r>
            <a:r>
              <a:rPr kumimoji="1" lang="ja-JP" altLang="en-US" sz="1800" dirty="0"/>
              <a:t>次の</a:t>
            </a:r>
            <a:r>
              <a:rPr kumimoji="1" lang="en-US" altLang="ja-JP" sz="1800" dirty="0"/>
              <a:t>Runge-</a:t>
            </a:r>
            <a:r>
              <a:rPr kumimoji="1" lang="en-US" altLang="ja-JP" sz="1800" dirty="0" err="1"/>
              <a:t>Kutta</a:t>
            </a:r>
            <a:r>
              <a:rPr kumimoji="1" lang="ja-JP" altLang="en-US" sz="1800" dirty="0"/>
              <a:t>法を用いて実装した</a:t>
            </a:r>
            <a:endParaRPr kumimoji="1" lang="en-US" altLang="ja-JP" sz="1800" dirty="0"/>
          </a:p>
          <a:p>
            <a:r>
              <a:rPr lang="en-US" altLang="ja-JP" sz="1800" dirty="0"/>
              <a:t>F=8</a:t>
            </a:r>
            <a:r>
              <a:rPr lang="ja-JP" altLang="en-US" sz="1800" dirty="0"/>
              <a:t>の時にカオスになることを確認した</a:t>
            </a:r>
            <a:endParaRPr lang="en-US" altLang="ja-JP" sz="1800" dirty="0"/>
          </a:p>
          <a:p>
            <a:r>
              <a:rPr kumimoji="1" lang="ja-JP" altLang="en-US" sz="1800" dirty="0"/>
              <a:t>また、</a:t>
            </a:r>
            <a:r>
              <a:rPr kumimoji="1" lang="en-US" altLang="ja-JP" sz="1800" dirty="0"/>
              <a:t>F</a:t>
            </a:r>
            <a:r>
              <a:rPr kumimoji="1" lang="ja-JP" altLang="en-US" sz="1800" dirty="0"/>
              <a:t>の値を変化させて動かすことで、</a:t>
            </a:r>
            <a:r>
              <a:rPr kumimoji="1" lang="en-US" altLang="ja-JP" sz="1800" dirty="0"/>
              <a:t>F=4</a:t>
            </a:r>
            <a:r>
              <a:rPr lang="ja-JP" altLang="en-US" sz="1800" dirty="0"/>
              <a:t>近傍</a:t>
            </a:r>
            <a:r>
              <a:rPr kumimoji="1" lang="ja-JP" altLang="en-US" sz="1800" dirty="0"/>
              <a:t>でカオス性が出現することが分かった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52F51DC-0DB1-4141-8123-16B7AB439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44" y="2047557"/>
            <a:ext cx="4320000" cy="440673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D97E971-8006-4B35-8BE0-37DA0963B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689" y="2047557"/>
            <a:ext cx="4320000" cy="481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3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BasicTask1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ja-JP" altLang="en-US" sz="1800" dirty="0"/>
              <a:t>次に</a:t>
            </a:r>
            <a:r>
              <a:rPr kumimoji="1" lang="ja-JP" altLang="en-US" sz="1800" dirty="0"/>
              <a:t>時間積分のメソッドによる</a:t>
            </a:r>
            <a:r>
              <a:rPr kumimoji="1" lang="en-US" altLang="ja-JP" sz="1800" dirty="0"/>
              <a:t>Lorenz96</a:t>
            </a:r>
            <a:r>
              <a:rPr kumimoji="1" lang="ja-JP" altLang="en-US" sz="1800" dirty="0"/>
              <a:t>モデルの振る舞いの違いを検証した</a:t>
            </a:r>
            <a:endParaRPr kumimoji="1" lang="en-US" altLang="ja-JP" sz="1800" dirty="0"/>
          </a:p>
          <a:p>
            <a:r>
              <a:rPr lang="en-US" altLang="ja-JP" sz="1800" dirty="0"/>
              <a:t>2</a:t>
            </a:r>
            <a:r>
              <a:rPr lang="ja-JP" altLang="en-US" sz="1800" dirty="0"/>
              <a:t>次・</a:t>
            </a:r>
            <a:r>
              <a:rPr lang="en-US" altLang="ja-JP" sz="1800" dirty="0"/>
              <a:t>4</a:t>
            </a:r>
            <a:r>
              <a:rPr lang="ja-JP" altLang="en-US" sz="1800" dirty="0"/>
              <a:t>次のルンゲクッタ法は類似した振る舞いを示したが、オイラー法は他</a:t>
            </a:r>
            <a:r>
              <a:rPr lang="en-US" altLang="ja-JP" sz="1800" dirty="0"/>
              <a:t>2</a:t>
            </a:r>
            <a:r>
              <a:rPr lang="ja-JP" altLang="en-US" sz="1800" dirty="0"/>
              <a:t>つとはことなる挙動を示し、</a:t>
            </a:r>
            <a:r>
              <a:rPr lang="en-US" altLang="ja-JP" sz="1800" dirty="0"/>
              <a:t>F</a:t>
            </a:r>
            <a:r>
              <a:rPr lang="ja-JP" altLang="en-US" sz="1800" dirty="0"/>
              <a:t>が大きい場合はオーバーフロー</a:t>
            </a:r>
            <a:r>
              <a:rPr lang="en-US" altLang="ja-JP" sz="1800" dirty="0"/>
              <a:t>(</a:t>
            </a:r>
            <a:r>
              <a:rPr lang="ja-JP" altLang="en-US" sz="1800" dirty="0"/>
              <a:t>発散</a:t>
            </a:r>
            <a:r>
              <a:rPr lang="en-US" altLang="ja-JP" sz="1800" dirty="0"/>
              <a:t>)</a:t>
            </a:r>
            <a:r>
              <a:rPr lang="ja-JP" altLang="en-US" sz="1800" dirty="0"/>
              <a:t>してしまった</a:t>
            </a:r>
            <a:endParaRPr kumimoji="1" lang="en-US" altLang="ja-JP" sz="1800" dirty="0"/>
          </a:p>
          <a:p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249EBBC-BE11-4D28-8623-E8C51DAB6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614" y="1915536"/>
            <a:ext cx="8509188" cy="48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858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BasikTask2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kumimoji="1" lang="en-US" altLang="ja-JP" dirty="0"/>
              <a:t>d</a:t>
            </a:r>
            <a:r>
              <a:rPr lang="en-US" altLang="ja-JP" dirty="0"/>
              <a:t>t = 0.05</a:t>
            </a:r>
            <a:r>
              <a:rPr lang="ja-JP" altLang="en-US" dirty="0"/>
              <a:t>時間ステップとした際に、</a:t>
            </a:r>
            <a:r>
              <a:rPr lang="en-US" altLang="ja-JP" dirty="0"/>
              <a:t>0.2</a:t>
            </a:r>
            <a:r>
              <a:rPr lang="ja-JP" altLang="en-US" dirty="0"/>
              <a:t>時間ステップを</a:t>
            </a:r>
            <a:r>
              <a:rPr lang="en-US" altLang="ja-JP" dirty="0"/>
              <a:t>1</a:t>
            </a:r>
            <a:r>
              <a:rPr lang="ja-JP" altLang="en-US" dirty="0"/>
              <a:t>日とすると、</a:t>
            </a:r>
            <a:r>
              <a:rPr lang="en-US" altLang="ja-JP" dirty="0"/>
              <a:t>F=0.05,F=0.5</a:t>
            </a:r>
            <a:r>
              <a:rPr lang="ja-JP" altLang="en-US" dirty="0"/>
              <a:t>いずれの場合でも</a:t>
            </a:r>
            <a:r>
              <a:rPr lang="en-US" altLang="ja-JP" dirty="0"/>
              <a:t>2</a:t>
            </a:r>
            <a:r>
              <a:rPr lang="ja-JP" altLang="en-US" dirty="0"/>
              <a:t>日で誤差が約</a:t>
            </a:r>
            <a:r>
              <a:rPr lang="en-US" altLang="ja-JP" dirty="0"/>
              <a:t>2.1</a:t>
            </a:r>
            <a:r>
              <a:rPr lang="ja-JP" altLang="en-US" dirty="0"/>
              <a:t>倍になっていることが分かった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044133F-F9D2-446D-A048-8B3808859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4" y="2485453"/>
            <a:ext cx="5700015" cy="3672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9EEF2A6-55DC-4A36-9269-9E21512DB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278" y="2489482"/>
            <a:ext cx="5760000" cy="37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67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BasicTask2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0A71E76-F7DA-4967-A345-F250BB774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97" y="863662"/>
            <a:ext cx="4500000" cy="286170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D1B1D39-4E61-43E2-80C9-3638DBB3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53" y="3725370"/>
            <a:ext cx="4500000" cy="294418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E2448F9-6093-43CD-8EDD-E68E16A10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144" y="3725370"/>
            <a:ext cx="4500000" cy="294418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8AF376E-2832-4AEA-9D16-AA6BF853F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144" y="836682"/>
            <a:ext cx="4500000" cy="288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18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173</Words>
  <Application>Microsoft Office PowerPoint</Application>
  <PresentationFormat>ワイド画面</PresentationFormat>
  <Paragraphs>14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Segoe UI</vt:lpstr>
      <vt:lpstr>Office テーマ</vt:lpstr>
      <vt:lpstr>地球観測社会システム 第1回経過報告</vt:lpstr>
      <vt:lpstr>BasicTask1</vt:lpstr>
      <vt:lpstr>BasicTask1</vt:lpstr>
      <vt:lpstr>BasikTask2</vt:lpstr>
      <vt:lpstr>BasicTask2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AのBに関する研究</dc:title>
  <dc:creator>cgfa6170</dc:creator>
  <cp:lastModifiedBy>cgfa6170</cp:lastModifiedBy>
  <cp:revision>29</cp:revision>
  <dcterms:created xsi:type="dcterms:W3CDTF">2025-10-08T02:37:19Z</dcterms:created>
  <dcterms:modified xsi:type="dcterms:W3CDTF">2025-10-09T03:34:08Z</dcterms:modified>
</cp:coreProperties>
</file>