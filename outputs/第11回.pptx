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sldIdLst>
    <p:sldId id="745" r:id="rId5"/>
    <p:sldId id="2069" r:id="rId6"/>
    <p:sldId id="2074" r:id="rId7"/>
    <p:sldId id="2073" r:id="rId8"/>
    <p:sldId id="2075"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511A81-1ED6-4FAD-879F-72E9E187F750}" v="296" dt="2026-01-14T23:57:53.7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34476" autoAdjust="0"/>
  </p:normalViewPr>
  <p:slideViewPr>
    <p:cSldViewPr snapToGrid="0">
      <p:cViewPr varScale="1">
        <p:scale>
          <a:sx n="56" d="100"/>
          <a:sy n="56" d="100"/>
        </p:scale>
        <p:origin x="42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gfa6170" userId="46cde8c4-1d5f-444e-a8bb-106eec3feaad" providerId="ADAL" clId="{566CBED5-B2F7-49C4-9916-BC11F5BBE27F}"/>
    <pc:docChg chg="undo redo custSel delSld modSld">
      <pc:chgData name="cgfa6170" userId="46cde8c4-1d5f-444e-a8bb-106eec3feaad" providerId="ADAL" clId="{566CBED5-B2F7-49C4-9916-BC11F5BBE27F}" dt="2026-01-15T06:33:24.988" v="303" actId="20577"/>
      <pc:docMkLst>
        <pc:docMk/>
      </pc:docMkLst>
      <pc:sldChg chg="addSp delSp modSp mod">
        <pc:chgData name="cgfa6170" userId="46cde8c4-1d5f-444e-a8bb-106eec3feaad" providerId="ADAL" clId="{566CBED5-B2F7-49C4-9916-BC11F5BBE27F}" dt="2026-01-15T05:27:28.915" v="294" actId="20577"/>
        <pc:sldMkLst>
          <pc:docMk/>
          <pc:sldMk cId="3237779782" sldId="2074"/>
        </pc:sldMkLst>
        <pc:spChg chg="add mod">
          <ac:chgData name="cgfa6170" userId="46cde8c4-1d5f-444e-a8bb-106eec3feaad" providerId="ADAL" clId="{566CBED5-B2F7-49C4-9916-BC11F5BBE27F}" dt="2026-01-15T05:27:14.819" v="283" actId="1076"/>
          <ac:spMkLst>
            <pc:docMk/>
            <pc:sldMk cId="3237779782" sldId="2074"/>
            <ac:spMk id="2" creationId="{AB6BB22E-A21E-4FD0-A782-36A8C1F65A02}"/>
          </ac:spMkLst>
        </pc:spChg>
        <pc:spChg chg="add del mod">
          <ac:chgData name="cgfa6170" userId="46cde8c4-1d5f-444e-a8bb-106eec3feaad" providerId="ADAL" clId="{566CBED5-B2F7-49C4-9916-BC11F5BBE27F}" dt="2026-01-15T05:21:00.037" v="114" actId="478"/>
          <ac:spMkLst>
            <pc:docMk/>
            <pc:sldMk cId="3237779782" sldId="2074"/>
            <ac:spMk id="3" creationId="{77F9B81F-DD63-49D6-9245-DF4AAC77BAFF}"/>
          </ac:spMkLst>
        </pc:spChg>
        <pc:spChg chg="mod">
          <ac:chgData name="cgfa6170" userId="46cde8c4-1d5f-444e-a8bb-106eec3feaad" providerId="ADAL" clId="{566CBED5-B2F7-49C4-9916-BC11F5BBE27F}" dt="2026-01-15T05:24:50.094" v="266"/>
          <ac:spMkLst>
            <pc:docMk/>
            <pc:sldMk cId="3237779782" sldId="2074"/>
            <ac:spMk id="5" creationId="{11789420-B9CA-5BFE-9D01-2F2CB86B0456}"/>
          </ac:spMkLst>
        </pc:spChg>
        <pc:spChg chg="mod">
          <ac:chgData name="cgfa6170" userId="46cde8c4-1d5f-444e-a8bb-106eec3feaad" providerId="ADAL" clId="{566CBED5-B2F7-49C4-9916-BC11F5BBE27F}" dt="2026-01-15T05:25:04.935" v="281" actId="20577"/>
          <ac:spMkLst>
            <pc:docMk/>
            <pc:sldMk cId="3237779782" sldId="2074"/>
            <ac:spMk id="7" creationId="{D4467349-7499-1AA3-8480-A694303C9F29}"/>
          </ac:spMkLst>
        </pc:spChg>
        <pc:spChg chg="del">
          <ac:chgData name="cgfa6170" userId="46cde8c4-1d5f-444e-a8bb-106eec3feaad" providerId="ADAL" clId="{566CBED5-B2F7-49C4-9916-BC11F5BBE27F}" dt="2026-01-15T05:11:57.704" v="21" actId="478"/>
          <ac:spMkLst>
            <pc:docMk/>
            <pc:sldMk cId="3237779782" sldId="2074"/>
            <ac:spMk id="8" creationId="{5EABD117-927A-3FA2-8E71-9CFE479B2298}"/>
          </ac:spMkLst>
        </pc:spChg>
        <pc:spChg chg="add del mod">
          <ac:chgData name="cgfa6170" userId="46cde8c4-1d5f-444e-a8bb-106eec3feaad" providerId="ADAL" clId="{566CBED5-B2F7-49C4-9916-BC11F5BBE27F}" dt="2026-01-15T05:21:02.486" v="115" actId="478"/>
          <ac:spMkLst>
            <pc:docMk/>
            <pc:sldMk cId="3237779782" sldId="2074"/>
            <ac:spMk id="9" creationId="{C4B4F260-75F9-4DE1-AF68-3C2C8B207FAE}"/>
          </ac:spMkLst>
        </pc:spChg>
        <pc:spChg chg="add mod">
          <ac:chgData name="cgfa6170" userId="46cde8c4-1d5f-444e-a8bb-106eec3feaad" providerId="ADAL" clId="{566CBED5-B2F7-49C4-9916-BC11F5BBE27F}" dt="2026-01-15T05:27:28.915" v="294" actId="20577"/>
          <ac:spMkLst>
            <pc:docMk/>
            <pc:sldMk cId="3237779782" sldId="2074"/>
            <ac:spMk id="14" creationId="{EE772067-A49B-4EB7-9AD4-68CA4498E462}"/>
          </ac:spMkLst>
        </pc:spChg>
        <pc:picChg chg="add mod">
          <ac:chgData name="cgfa6170" userId="46cde8c4-1d5f-444e-a8bb-106eec3feaad" providerId="ADAL" clId="{566CBED5-B2F7-49C4-9916-BC11F5BBE27F}" dt="2026-01-15T05:22:15.086" v="145" actId="1076"/>
          <ac:picMkLst>
            <pc:docMk/>
            <pc:sldMk cId="3237779782" sldId="2074"/>
            <ac:picMk id="11" creationId="{B108DADB-8EF1-455B-AD51-5B14E673543A}"/>
          </ac:picMkLst>
        </pc:picChg>
        <pc:picChg chg="add mod">
          <ac:chgData name="cgfa6170" userId="46cde8c4-1d5f-444e-a8bb-106eec3feaad" providerId="ADAL" clId="{566CBED5-B2F7-49C4-9916-BC11F5BBE27F}" dt="2026-01-15T05:24:01.451" v="260" actId="1076"/>
          <ac:picMkLst>
            <pc:docMk/>
            <pc:sldMk cId="3237779782" sldId="2074"/>
            <ac:picMk id="13" creationId="{5926C205-A311-48B8-A6AA-D3E8506ADAAD}"/>
          </ac:picMkLst>
        </pc:picChg>
      </pc:sldChg>
      <pc:sldChg chg="modNotesTx">
        <pc:chgData name="cgfa6170" userId="46cde8c4-1d5f-444e-a8bb-106eec3feaad" providerId="ADAL" clId="{566CBED5-B2F7-49C4-9916-BC11F5BBE27F}" dt="2026-01-15T06:33:24.988" v="303" actId="20577"/>
        <pc:sldMkLst>
          <pc:docMk/>
          <pc:sldMk cId="2380189849" sldId="2075"/>
        </pc:sldMkLst>
      </pc:sldChg>
      <pc:sldChg chg="del">
        <pc:chgData name="cgfa6170" userId="46cde8c4-1d5f-444e-a8bb-106eec3feaad" providerId="ADAL" clId="{566CBED5-B2F7-49C4-9916-BC11F5BBE27F}" dt="2026-01-15T05:13:21.547" v="22" actId="47"/>
        <pc:sldMkLst>
          <pc:docMk/>
          <pc:sldMk cId="1604666564" sldId="2076"/>
        </pc:sldMkLst>
      </pc:sldChg>
      <pc:sldChg chg="del">
        <pc:chgData name="cgfa6170" userId="46cde8c4-1d5f-444e-a8bb-106eec3feaad" providerId="ADAL" clId="{566CBED5-B2F7-49C4-9916-BC11F5BBE27F}" dt="2026-01-15T05:13:22.779" v="23" actId="47"/>
        <pc:sldMkLst>
          <pc:docMk/>
          <pc:sldMk cId="3688346035" sldId="2077"/>
        </pc:sldMkLst>
      </pc:sldChg>
    </pc:docChg>
  </pc:docChgLst>
  <pc:docChgLst>
    <pc:chgData name="cgfa6170" userId="46cde8c4-1d5f-444e-a8bb-106eec3feaad" providerId="ADAL" clId="{A536451E-CB62-466F-86FB-D0FAE876C875}"/>
    <pc:docChg chg="undo custSel addSld modSld sldOrd">
      <pc:chgData name="cgfa6170" userId="46cde8c4-1d5f-444e-a8bb-106eec3feaad" providerId="ADAL" clId="{A536451E-CB62-466F-86FB-D0FAE876C875}" dt="2026-01-15T00:02:51.436" v="1985" actId="1076"/>
      <pc:docMkLst>
        <pc:docMk/>
      </pc:docMkLst>
      <pc:sldChg chg="modSp mod">
        <pc:chgData name="cgfa6170" userId="46cde8c4-1d5f-444e-a8bb-106eec3feaad" providerId="ADAL" clId="{A536451E-CB62-466F-86FB-D0FAE876C875}" dt="2026-01-14T22:57:52.535" v="19" actId="1076"/>
        <pc:sldMkLst>
          <pc:docMk/>
          <pc:sldMk cId="27564020" sldId="2069"/>
        </pc:sldMkLst>
        <pc:spChg chg="mod">
          <ac:chgData name="cgfa6170" userId="46cde8c4-1d5f-444e-a8bb-106eec3feaad" providerId="ADAL" clId="{A536451E-CB62-466F-86FB-D0FAE876C875}" dt="2026-01-14T22:57:38.940" v="13" actId="20577"/>
          <ac:spMkLst>
            <pc:docMk/>
            <pc:sldMk cId="27564020" sldId="2069"/>
            <ac:spMk id="7" creationId="{2FBD2164-7476-4422-50E2-93444D1102BB}"/>
          </ac:spMkLst>
        </pc:spChg>
        <pc:picChg chg="mod">
          <ac:chgData name="cgfa6170" userId="46cde8c4-1d5f-444e-a8bb-106eec3feaad" providerId="ADAL" clId="{A536451E-CB62-466F-86FB-D0FAE876C875}" dt="2026-01-14T22:57:52.535" v="19" actId="1076"/>
          <ac:picMkLst>
            <pc:docMk/>
            <pc:sldMk cId="27564020" sldId="2069"/>
            <ac:picMk id="2" creationId="{DDE41A6F-BD53-F454-5B51-68A905780333}"/>
          </ac:picMkLst>
        </pc:picChg>
      </pc:sldChg>
      <pc:sldChg chg="modSp add mod">
        <pc:chgData name="cgfa6170" userId="46cde8c4-1d5f-444e-a8bb-106eec3feaad" providerId="ADAL" clId="{A536451E-CB62-466F-86FB-D0FAE876C875}" dt="2026-01-14T23:57:58.555" v="1648" actId="403"/>
        <pc:sldMkLst>
          <pc:docMk/>
          <pc:sldMk cId="3471392189" sldId="2073"/>
        </pc:sldMkLst>
        <pc:spChg chg="mod">
          <ac:chgData name="cgfa6170" userId="46cde8c4-1d5f-444e-a8bb-106eec3feaad" providerId="ADAL" clId="{A536451E-CB62-466F-86FB-D0FAE876C875}" dt="2026-01-14T23:54:54.714" v="1438" actId="20577"/>
          <ac:spMkLst>
            <pc:docMk/>
            <pc:sldMk cId="3471392189" sldId="2073"/>
            <ac:spMk id="6" creationId="{1B4A2B83-A671-4AF2-B27C-DD6F1C1C06BF}"/>
          </ac:spMkLst>
        </pc:spChg>
        <pc:spChg chg="mod">
          <ac:chgData name="cgfa6170" userId="46cde8c4-1d5f-444e-a8bb-106eec3feaad" providerId="ADAL" clId="{A536451E-CB62-466F-86FB-D0FAE876C875}" dt="2026-01-14T23:57:58.555" v="1648" actId="403"/>
          <ac:spMkLst>
            <pc:docMk/>
            <pc:sldMk cId="3471392189" sldId="2073"/>
            <ac:spMk id="7" creationId="{2FBD2164-7476-4422-50E2-93444D1102BB}"/>
          </ac:spMkLst>
        </pc:spChg>
      </pc:sldChg>
      <pc:sldChg chg="addSp delSp modSp add mod ord">
        <pc:chgData name="cgfa6170" userId="46cde8c4-1d5f-444e-a8bb-106eec3feaad" providerId="ADAL" clId="{A536451E-CB62-466F-86FB-D0FAE876C875}" dt="2026-01-14T23:49:14.842" v="922" actId="20577"/>
        <pc:sldMkLst>
          <pc:docMk/>
          <pc:sldMk cId="3237779782" sldId="2074"/>
        </pc:sldMkLst>
        <pc:spChg chg="add">
          <ac:chgData name="cgfa6170" userId="46cde8c4-1d5f-444e-a8bb-106eec3feaad" providerId="ADAL" clId="{A536451E-CB62-466F-86FB-D0FAE876C875}" dt="2026-01-14T23:32:50.776" v="300"/>
          <ac:spMkLst>
            <pc:docMk/>
            <pc:sldMk cId="3237779782" sldId="2074"/>
            <ac:spMk id="2" creationId="{9E99099D-0C34-76EA-0063-7C1FB8E61E4B}"/>
          </ac:spMkLst>
        </pc:spChg>
        <pc:spChg chg="add del mod">
          <ac:chgData name="cgfa6170" userId="46cde8c4-1d5f-444e-a8bb-106eec3feaad" providerId="ADAL" clId="{A536451E-CB62-466F-86FB-D0FAE876C875}" dt="2026-01-14T23:33:46.067" v="312" actId="478"/>
          <ac:spMkLst>
            <pc:docMk/>
            <pc:sldMk cId="3237779782" sldId="2074"/>
            <ac:spMk id="3" creationId="{39479E9A-7D44-558B-3CEC-BD025440F4E3}"/>
          </ac:spMkLst>
        </pc:spChg>
        <pc:spChg chg="add mod">
          <ac:chgData name="cgfa6170" userId="46cde8c4-1d5f-444e-a8bb-106eec3feaad" providerId="ADAL" clId="{A536451E-CB62-466F-86FB-D0FAE876C875}" dt="2026-01-14T23:48:14.834" v="843" actId="404"/>
          <ac:spMkLst>
            <pc:docMk/>
            <pc:sldMk cId="3237779782" sldId="2074"/>
            <ac:spMk id="4" creationId="{3004F76F-F2A0-3861-AF86-0F2D9B2F5008}"/>
          </ac:spMkLst>
        </pc:spChg>
        <pc:spChg chg="add mod">
          <ac:chgData name="cgfa6170" userId="46cde8c4-1d5f-444e-a8bb-106eec3feaad" providerId="ADAL" clId="{A536451E-CB62-466F-86FB-D0FAE876C875}" dt="2026-01-14T23:48:18.097" v="844" actId="1076"/>
          <ac:spMkLst>
            <pc:docMk/>
            <pc:sldMk cId="3237779782" sldId="2074"/>
            <ac:spMk id="5" creationId="{11789420-B9CA-5BFE-9D01-2F2CB86B0456}"/>
          </ac:spMkLst>
        </pc:spChg>
        <pc:spChg chg="mod">
          <ac:chgData name="cgfa6170" userId="46cde8c4-1d5f-444e-a8bb-106eec3feaad" providerId="ADAL" clId="{A536451E-CB62-466F-86FB-D0FAE876C875}" dt="2026-01-14T23:49:14.842" v="922" actId="20577"/>
          <ac:spMkLst>
            <pc:docMk/>
            <pc:sldMk cId="3237779782" sldId="2074"/>
            <ac:spMk id="7" creationId="{D4467349-7499-1AA3-8480-A694303C9F29}"/>
          </ac:spMkLst>
        </pc:spChg>
        <pc:spChg chg="add mod">
          <ac:chgData name="cgfa6170" userId="46cde8c4-1d5f-444e-a8bb-106eec3feaad" providerId="ADAL" clId="{A536451E-CB62-466F-86FB-D0FAE876C875}" dt="2026-01-14T23:46:29.794" v="836"/>
          <ac:spMkLst>
            <pc:docMk/>
            <pc:sldMk cId="3237779782" sldId="2074"/>
            <ac:spMk id="8" creationId="{5EABD117-927A-3FA2-8E71-9CFE479B2298}"/>
          </ac:spMkLst>
        </pc:spChg>
      </pc:sldChg>
      <pc:sldChg chg="addSp delSp modSp add mod">
        <pc:chgData name="cgfa6170" userId="46cde8c4-1d5f-444e-a8bb-106eec3feaad" providerId="ADAL" clId="{A536451E-CB62-466F-86FB-D0FAE876C875}" dt="2026-01-15T00:02:51.436" v="1985" actId="1076"/>
        <pc:sldMkLst>
          <pc:docMk/>
          <pc:sldMk cId="2380189849" sldId="2075"/>
        </pc:sldMkLst>
        <pc:spChg chg="mod">
          <ac:chgData name="cgfa6170" userId="46cde8c4-1d5f-444e-a8bb-106eec3feaad" providerId="ADAL" clId="{A536451E-CB62-466F-86FB-D0FAE876C875}" dt="2026-01-14T23:58:18.980" v="1667" actId="20577"/>
          <ac:spMkLst>
            <pc:docMk/>
            <pc:sldMk cId="2380189849" sldId="2075"/>
            <ac:spMk id="6" creationId="{B70F60E9-D917-6796-8416-C8BFB0B37724}"/>
          </ac:spMkLst>
        </pc:spChg>
        <pc:spChg chg="del mod">
          <ac:chgData name="cgfa6170" userId="46cde8c4-1d5f-444e-a8bb-106eec3feaad" providerId="ADAL" clId="{A536451E-CB62-466F-86FB-D0FAE876C875}" dt="2026-01-14T23:59:58.740" v="1768" actId="22"/>
          <ac:spMkLst>
            <pc:docMk/>
            <pc:sldMk cId="2380189849" sldId="2075"/>
            <ac:spMk id="7" creationId="{00114A37-ED54-1715-5C78-A246DD66D4AB}"/>
          </ac:spMkLst>
        </pc:spChg>
        <pc:picChg chg="add mod">
          <ac:chgData name="cgfa6170" userId="46cde8c4-1d5f-444e-a8bb-106eec3feaad" providerId="ADAL" clId="{A536451E-CB62-466F-86FB-D0FAE876C875}" dt="2026-01-14T23:59:07.588" v="1717" actId="14100"/>
          <ac:picMkLst>
            <pc:docMk/>
            <pc:sldMk cId="2380189849" sldId="2075"/>
            <ac:picMk id="3" creationId="{37CCBB4B-7AEA-3CF2-412B-1305972F0747}"/>
          </ac:picMkLst>
        </pc:picChg>
        <pc:picChg chg="add mod">
          <ac:chgData name="cgfa6170" userId="46cde8c4-1d5f-444e-a8bb-106eec3feaad" providerId="ADAL" clId="{A536451E-CB62-466F-86FB-D0FAE876C875}" dt="2026-01-15T00:01:57.054" v="1863" actId="1076"/>
          <ac:picMkLst>
            <pc:docMk/>
            <pc:sldMk cId="2380189849" sldId="2075"/>
            <ac:picMk id="5" creationId="{68EB7610-B709-482C-9DCD-1591A7C345E4}"/>
          </ac:picMkLst>
        </pc:picChg>
        <pc:picChg chg="add mod ord">
          <ac:chgData name="cgfa6170" userId="46cde8c4-1d5f-444e-a8bb-106eec3feaad" providerId="ADAL" clId="{A536451E-CB62-466F-86FB-D0FAE876C875}" dt="2026-01-15T00:00:12.378" v="1775" actId="1038"/>
          <ac:picMkLst>
            <pc:docMk/>
            <pc:sldMk cId="2380189849" sldId="2075"/>
            <ac:picMk id="9" creationId="{68AD195F-06F9-3899-67C6-4D40683FD3B8}"/>
          </ac:picMkLst>
        </pc:picChg>
        <pc:picChg chg="add del mod">
          <ac:chgData name="cgfa6170" userId="46cde8c4-1d5f-444e-a8bb-106eec3feaad" providerId="ADAL" clId="{A536451E-CB62-466F-86FB-D0FAE876C875}" dt="2026-01-15T00:01:53.718" v="1862" actId="478"/>
          <ac:picMkLst>
            <pc:docMk/>
            <pc:sldMk cId="2380189849" sldId="2075"/>
            <ac:picMk id="11" creationId="{B84A40A3-EF4E-33F3-B07C-13C70DA3E8CF}"/>
          </ac:picMkLst>
        </pc:picChg>
        <pc:picChg chg="add mod">
          <ac:chgData name="cgfa6170" userId="46cde8c4-1d5f-444e-a8bb-106eec3feaad" providerId="ADAL" clId="{A536451E-CB62-466F-86FB-D0FAE876C875}" dt="2026-01-15T00:02:51.436" v="1985" actId="1076"/>
          <ac:picMkLst>
            <pc:docMk/>
            <pc:sldMk cId="2380189849" sldId="2075"/>
            <ac:picMk id="13" creationId="{CA671A46-9BD4-7BC3-95E9-D445C0A57597}"/>
          </ac:picMkLst>
        </pc:picChg>
      </pc:sldChg>
      <pc:sldChg chg="add">
        <pc:chgData name="cgfa6170" userId="46cde8c4-1d5f-444e-a8bb-106eec3feaad" providerId="ADAL" clId="{A536451E-CB62-466F-86FB-D0FAE876C875}" dt="2026-01-14T23:00:36.355" v="199"/>
        <pc:sldMkLst>
          <pc:docMk/>
          <pc:sldMk cId="1604666564" sldId="2076"/>
        </pc:sldMkLst>
      </pc:sldChg>
      <pc:sldChg chg="add">
        <pc:chgData name="cgfa6170" userId="46cde8c4-1d5f-444e-a8bb-106eec3feaad" providerId="ADAL" clId="{A536451E-CB62-466F-86FB-D0FAE876C875}" dt="2026-01-14T23:00:36.516" v="200"/>
        <pc:sldMkLst>
          <pc:docMk/>
          <pc:sldMk cId="3688346035" sldId="20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CB92FD-DE1B-4B84-A3B5-C20B7BB2B839}" type="datetimeFigureOut">
              <a:rPr kumimoji="1" lang="ja-JP" altLang="en-US" smtClean="0"/>
              <a:t>2026/1/15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1F6BC6-873C-4A29-AA8C-8B321C87FA9D}" type="slidenum">
              <a:rPr kumimoji="1" lang="ja-JP" altLang="en-US" smtClean="0"/>
              <a:t>‹#›</a:t>
            </a:fld>
            <a:endParaRPr kumimoji="1" lang="ja-JP" altLang="en-US"/>
          </a:p>
        </p:txBody>
      </p:sp>
    </p:spTree>
    <p:extLst>
      <p:ext uri="{BB962C8B-B14F-4D97-AF65-F5344CB8AC3E}">
        <p14:creationId xmlns:p14="http://schemas.microsoft.com/office/powerpoint/2010/main" val="345298450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50D9274-D70D-448B-9A15-5674C1B9582C}" type="slidenum">
              <a:rPr kumimoji="1" lang="ja-JP" altLang="en-US" smtClean="0"/>
              <a:t>1</a:t>
            </a:fld>
            <a:endParaRPr kumimoji="1" lang="ja-JP" altLang="en-US"/>
          </a:p>
        </p:txBody>
      </p:sp>
    </p:spTree>
    <p:extLst>
      <p:ext uri="{BB962C8B-B14F-4D97-AF65-F5344CB8AC3E}">
        <p14:creationId xmlns:p14="http://schemas.microsoft.com/office/powerpoint/2010/main" val="2986380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DFS</a:t>
            </a:r>
            <a:endParaRPr kumimoji="1" lang="ja-JP" altLang="en-US" dirty="0"/>
          </a:p>
        </p:txBody>
      </p:sp>
      <p:sp>
        <p:nvSpPr>
          <p:cNvPr id="4" name="スライド番号プレースホルダー 3"/>
          <p:cNvSpPr>
            <a:spLocks noGrp="1"/>
          </p:cNvSpPr>
          <p:nvPr>
            <p:ph type="sldNum" sz="quarter" idx="5"/>
          </p:nvPr>
        </p:nvSpPr>
        <p:spPr/>
        <p:txBody>
          <a:bodyPr/>
          <a:lstStyle/>
          <a:p>
            <a:fld id="{C81F6BC6-873C-4A29-AA8C-8B321C87FA9D}" type="slidenum">
              <a:rPr kumimoji="1" lang="ja-JP" altLang="en-US" smtClean="0"/>
              <a:t>5</a:t>
            </a:fld>
            <a:endParaRPr kumimoji="1" lang="ja-JP" altLang="en-US"/>
          </a:p>
        </p:txBody>
      </p:sp>
    </p:spTree>
    <p:extLst>
      <p:ext uri="{BB962C8B-B14F-4D97-AF65-F5344CB8AC3E}">
        <p14:creationId xmlns:p14="http://schemas.microsoft.com/office/powerpoint/2010/main" val="2496051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5E000A-9768-7EF5-E231-AC51BDDD98B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46812B9-907C-6B91-64CD-25FEC18F73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D3468D7-1687-850F-ABF1-D023AEC1664C}"/>
              </a:ext>
            </a:extLst>
          </p:cNvPr>
          <p:cNvSpPr>
            <a:spLocks noGrp="1"/>
          </p:cNvSpPr>
          <p:nvPr>
            <p:ph type="dt" sz="half" idx="10"/>
          </p:nvPr>
        </p:nvSpPr>
        <p:spPr/>
        <p:txBody>
          <a:bodyPr/>
          <a:lstStyle/>
          <a:p>
            <a:fld id="{DA91031B-B4D4-4CD7-BA46-728DC6FF28B0}"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AB1C26CD-28DD-71E1-963D-6AE24A34FF9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A1D34A0-5406-99EC-5E55-3B583B9C1BE8}"/>
              </a:ext>
            </a:extLst>
          </p:cNvPr>
          <p:cNvSpPr>
            <a:spLocks noGrp="1"/>
          </p:cNvSpPr>
          <p:nvPr>
            <p:ph type="sldNum" sz="quarter" idx="12"/>
          </p:nvPr>
        </p:nvSpPr>
        <p:spPr/>
        <p:txBody>
          <a:body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280722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EF141D-F95F-9EA2-7B1D-56CE203E455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6A8E721-077A-03E0-016E-460291EB5D3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98648A8-CD70-F865-8786-C935579E24B5}"/>
              </a:ext>
            </a:extLst>
          </p:cNvPr>
          <p:cNvSpPr>
            <a:spLocks noGrp="1"/>
          </p:cNvSpPr>
          <p:nvPr>
            <p:ph type="dt" sz="half" idx="10"/>
          </p:nvPr>
        </p:nvSpPr>
        <p:spPr/>
        <p:txBody>
          <a:bodyPr/>
          <a:lstStyle/>
          <a:p>
            <a:fld id="{DA91031B-B4D4-4CD7-BA46-728DC6FF28B0}"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812DC13A-9D0E-B7E6-B313-D3A4C33C58E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3575CB-7917-7DC7-FA70-3A68506739B0}"/>
              </a:ext>
            </a:extLst>
          </p:cNvPr>
          <p:cNvSpPr>
            <a:spLocks noGrp="1"/>
          </p:cNvSpPr>
          <p:nvPr>
            <p:ph type="sldNum" sz="quarter" idx="12"/>
          </p:nvPr>
        </p:nvSpPr>
        <p:spPr/>
        <p:txBody>
          <a:body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3008910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D59938-3408-72AB-B813-4E45D096B04C}"/>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0E37B85-A174-5BAF-0E51-61F5B7901E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0919C37-E50E-8EAA-CF62-B05E88387695}"/>
              </a:ext>
            </a:extLst>
          </p:cNvPr>
          <p:cNvSpPr>
            <a:spLocks noGrp="1"/>
          </p:cNvSpPr>
          <p:nvPr>
            <p:ph type="dt" sz="half" idx="10"/>
          </p:nvPr>
        </p:nvSpPr>
        <p:spPr/>
        <p:txBody>
          <a:bodyPr/>
          <a:lstStyle/>
          <a:p>
            <a:fld id="{DA91031B-B4D4-4CD7-BA46-728DC6FF28B0}"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748897D3-E782-D9F5-779E-A957C885662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98DC5B0-7DBE-9001-32DB-754279969261}"/>
              </a:ext>
            </a:extLst>
          </p:cNvPr>
          <p:cNvSpPr>
            <a:spLocks noGrp="1"/>
          </p:cNvSpPr>
          <p:nvPr>
            <p:ph type="sldNum" sz="quarter" idx="12"/>
          </p:nvPr>
        </p:nvSpPr>
        <p:spPr/>
        <p:txBody>
          <a:body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364547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E023B7-DD5A-C6E4-71B8-0762B84B550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9938130-3110-D705-3AFE-9C5BF4E4A66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95B5924-6CFB-62C2-C766-56505316D7B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901D9FB-4715-F348-DAAC-E64A99F83F5F}"/>
              </a:ext>
            </a:extLst>
          </p:cNvPr>
          <p:cNvSpPr>
            <a:spLocks noGrp="1"/>
          </p:cNvSpPr>
          <p:nvPr>
            <p:ph type="dt" sz="half" idx="10"/>
          </p:nvPr>
        </p:nvSpPr>
        <p:spPr/>
        <p:txBody>
          <a:bodyPr/>
          <a:lstStyle/>
          <a:p>
            <a:fld id="{DA91031B-B4D4-4CD7-BA46-728DC6FF28B0}" type="datetimeFigureOut">
              <a:rPr kumimoji="1" lang="ja-JP" altLang="en-US" smtClean="0"/>
              <a:t>2026/1/15</a:t>
            </a:fld>
            <a:endParaRPr kumimoji="1" lang="ja-JP" altLang="en-US"/>
          </a:p>
        </p:txBody>
      </p:sp>
      <p:sp>
        <p:nvSpPr>
          <p:cNvPr id="6" name="フッター プレースホルダー 5">
            <a:extLst>
              <a:ext uri="{FF2B5EF4-FFF2-40B4-BE49-F238E27FC236}">
                <a16:creationId xmlns:a16="http://schemas.microsoft.com/office/drawing/2014/main" id="{E202CDF6-E0DA-F9E9-6530-70631FD6E27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30E6CB4-C110-9FE6-27EC-4048A7329824}"/>
              </a:ext>
            </a:extLst>
          </p:cNvPr>
          <p:cNvSpPr>
            <a:spLocks noGrp="1"/>
          </p:cNvSpPr>
          <p:nvPr>
            <p:ph type="sldNum" sz="quarter" idx="12"/>
          </p:nvPr>
        </p:nvSpPr>
        <p:spPr/>
        <p:txBody>
          <a:body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1400306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20A857-AF1F-1036-3BB1-FB477FEEC38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F1D5E63-AE69-EE10-E289-6B180CB7E8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2FF7298-6D3A-FD7B-9ACB-6741499756B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C0AA318-C6F3-FC75-8A4A-EDF8AC9933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1A0D0AB-E61A-FE16-9894-045DFF2FCFF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D430C0C-61D5-175E-6AB0-68F5E0788DCE}"/>
              </a:ext>
            </a:extLst>
          </p:cNvPr>
          <p:cNvSpPr>
            <a:spLocks noGrp="1"/>
          </p:cNvSpPr>
          <p:nvPr>
            <p:ph type="dt" sz="half" idx="10"/>
          </p:nvPr>
        </p:nvSpPr>
        <p:spPr/>
        <p:txBody>
          <a:bodyPr/>
          <a:lstStyle/>
          <a:p>
            <a:fld id="{DA91031B-B4D4-4CD7-BA46-728DC6FF28B0}" type="datetimeFigureOut">
              <a:rPr kumimoji="1" lang="ja-JP" altLang="en-US" smtClean="0"/>
              <a:t>2026/1/15</a:t>
            </a:fld>
            <a:endParaRPr kumimoji="1" lang="ja-JP" altLang="en-US"/>
          </a:p>
        </p:txBody>
      </p:sp>
      <p:sp>
        <p:nvSpPr>
          <p:cNvPr id="8" name="フッター プレースホルダー 7">
            <a:extLst>
              <a:ext uri="{FF2B5EF4-FFF2-40B4-BE49-F238E27FC236}">
                <a16:creationId xmlns:a16="http://schemas.microsoft.com/office/drawing/2014/main" id="{62D78461-AF34-364F-69C7-DE1DA930A0F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59C1736-D918-3F87-7C54-B58418909BBD}"/>
              </a:ext>
            </a:extLst>
          </p:cNvPr>
          <p:cNvSpPr>
            <a:spLocks noGrp="1"/>
          </p:cNvSpPr>
          <p:nvPr>
            <p:ph type="sldNum" sz="quarter" idx="12"/>
          </p:nvPr>
        </p:nvSpPr>
        <p:spPr/>
        <p:txBody>
          <a:body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329246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4726B0-5048-4B43-A3A8-38FD89C054C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1EACB19-0F1B-8D4A-0081-8DDD6F1D17DB}"/>
              </a:ext>
            </a:extLst>
          </p:cNvPr>
          <p:cNvSpPr>
            <a:spLocks noGrp="1"/>
          </p:cNvSpPr>
          <p:nvPr>
            <p:ph type="dt" sz="half" idx="10"/>
          </p:nvPr>
        </p:nvSpPr>
        <p:spPr/>
        <p:txBody>
          <a:bodyPr/>
          <a:lstStyle/>
          <a:p>
            <a:fld id="{DA91031B-B4D4-4CD7-BA46-728DC6FF28B0}" type="datetimeFigureOut">
              <a:rPr kumimoji="1" lang="ja-JP" altLang="en-US" smtClean="0"/>
              <a:t>2026/1/15</a:t>
            </a:fld>
            <a:endParaRPr kumimoji="1" lang="ja-JP" altLang="en-US"/>
          </a:p>
        </p:txBody>
      </p:sp>
      <p:sp>
        <p:nvSpPr>
          <p:cNvPr id="4" name="フッター プレースホルダー 3">
            <a:extLst>
              <a:ext uri="{FF2B5EF4-FFF2-40B4-BE49-F238E27FC236}">
                <a16:creationId xmlns:a16="http://schemas.microsoft.com/office/drawing/2014/main" id="{FDAAFB52-0F09-0F9A-D528-A8FF323927E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F9905C1-565A-7D0A-A97E-662A354A3B17}"/>
              </a:ext>
            </a:extLst>
          </p:cNvPr>
          <p:cNvSpPr>
            <a:spLocks noGrp="1"/>
          </p:cNvSpPr>
          <p:nvPr>
            <p:ph type="sldNum" sz="quarter" idx="12"/>
          </p:nvPr>
        </p:nvSpPr>
        <p:spPr/>
        <p:txBody>
          <a:body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2503181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A70DD33-EA0C-2945-1D4B-908FD9926708}"/>
              </a:ext>
            </a:extLst>
          </p:cNvPr>
          <p:cNvSpPr>
            <a:spLocks noGrp="1"/>
          </p:cNvSpPr>
          <p:nvPr>
            <p:ph type="dt" sz="half" idx="10"/>
          </p:nvPr>
        </p:nvSpPr>
        <p:spPr/>
        <p:txBody>
          <a:bodyPr/>
          <a:lstStyle/>
          <a:p>
            <a:fld id="{DA91031B-B4D4-4CD7-BA46-728DC6FF28B0}" type="datetimeFigureOut">
              <a:rPr kumimoji="1" lang="ja-JP" altLang="en-US" smtClean="0"/>
              <a:t>2026/1/15</a:t>
            </a:fld>
            <a:endParaRPr kumimoji="1" lang="ja-JP" altLang="en-US"/>
          </a:p>
        </p:txBody>
      </p:sp>
      <p:sp>
        <p:nvSpPr>
          <p:cNvPr id="3" name="フッター プレースホルダー 2">
            <a:extLst>
              <a:ext uri="{FF2B5EF4-FFF2-40B4-BE49-F238E27FC236}">
                <a16:creationId xmlns:a16="http://schemas.microsoft.com/office/drawing/2014/main" id="{CD8D7A8E-12CB-9F45-04E3-3CE0476E25A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E16DB00-D9B5-49C9-77FC-B0A2D24BFBC0}"/>
              </a:ext>
            </a:extLst>
          </p:cNvPr>
          <p:cNvSpPr>
            <a:spLocks noGrp="1"/>
          </p:cNvSpPr>
          <p:nvPr>
            <p:ph type="sldNum" sz="quarter" idx="12"/>
          </p:nvPr>
        </p:nvSpPr>
        <p:spPr/>
        <p:txBody>
          <a:body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342277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8DB2BA-F08D-309A-7CDD-7B9E06CE37B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543A00D-5A45-68D0-FB86-915F386530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D69A230-D12B-35D4-5D97-7B780F7A5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195A293-4B27-D8CF-5D0B-A2E595A7EEB7}"/>
              </a:ext>
            </a:extLst>
          </p:cNvPr>
          <p:cNvSpPr>
            <a:spLocks noGrp="1"/>
          </p:cNvSpPr>
          <p:nvPr>
            <p:ph type="dt" sz="half" idx="10"/>
          </p:nvPr>
        </p:nvSpPr>
        <p:spPr/>
        <p:txBody>
          <a:bodyPr/>
          <a:lstStyle/>
          <a:p>
            <a:fld id="{DA91031B-B4D4-4CD7-BA46-728DC6FF28B0}" type="datetimeFigureOut">
              <a:rPr kumimoji="1" lang="ja-JP" altLang="en-US" smtClean="0"/>
              <a:t>2026/1/15</a:t>
            </a:fld>
            <a:endParaRPr kumimoji="1" lang="ja-JP" altLang="en-US"/>
          </a:p>
        </p:txBody>
      </p:sp>
      <p:sp>
        <p:nvSpPr>
          <p:cNvPr id="6" name="フッター プレースホルダー 5">
            <a:extLst>
              <a:ext uri="{FF2B5EF4-FFF2-40B4-BE49-F238E27FC236}">
                <a16:creationId xmlns:a16="http://schemas.microsoft.com/office/drawing/2014/main" id="{67629F08-F1FE-9F19-9681-9E657C439D8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06A5601-13D0-C094-AC5C-667F4B45983E}"/>
              </a:ext>
            </a:extLst>
          </p:cNvPr>
          <p:cNvSpPr>
            <a:spLocks noGrp="1"/>
          </p:cNvSpPr>
          <p:nvPr>
            <p:ph type="sldNum" sz="quarter" idx="12"/>
          </p:nvPr>
        </p:nvSpPr>
        <p:spPr/>
        <p:txBody>
          <a:body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588346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DAE973-6E12-39A7-E704-7686B64BBA7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04726A8-7363-33B1-B520-E2B4503EB4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B4FEE73-CAB0-D92E-BA68-B8A4ABC480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9CD3BA6-3CE8-4377-2627-218BCA951A66}"/>
              </a:ext>
            </a:extLst>
          </p:cNvPr>
          <p:cNvSpPr>
            <a:spLocks noGrp="1"/>
          </p:cNvSpPr>
          <p:nvPr>
            <p:ph type="dt" sz="half" idx="10"/>
          </p:nvPr>
        </p:nvSpPr>
        <p:spPr/>
        <p:txBody>
          <a:bodyPr/>
          <a:lstStyle/>
          <a:p>
            <a:fld id="{DA91031B-B4D4-4CD7-BA46-728DC6FF28B0}" type="datetimeFigureOut">
              <a:rPr kumimoji="1" lang="ja-JP" altLang="en-US" smtClean="0"/>
              <a:t>2026/1/15</a:t>
            </a:fld>
            <a:endParaRPr kumimoji="1" lang="ja-JP" altLang="en-US"/>
          </a:p>
        </p:txBody>
      </p:sp>
      <p:sp>
        <p:nvSpPr>
          <p:cNvPr id="6" name="フッター プレースホルダー 5">
            <a:extLst>
              <a:ext uri="{FF2B5EF4-FFF2-40B4-BE49-F238E27FC236}">
                <a16:creationId xmlns:a16="http://schemas.microsoft.com/office/drawing/2014/main" id="{AF51D3D1-1696-58B3-3404-9E5A55D1E12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5268D26-5147-6254-2DD2-E5DB3BD55B7C}"/>
              </a:ext>
            </a:extLst>
          </p:cNvPr>
          <p:cNvSpPr>
            <a:spLocks noGrp="1"/>
          </p:cNvSpPr>
          <p:nvPr>
            <p:ph type="sldNum" sz="quarter" idx="12"/>
          </p:nvPr>
        </p:nvSpPr>
        <p:spPr/>
        <p:txBody>
          <a:body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1896322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1C1D25-CDFE-1D75-D0F7-D32F32B1BC7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E05D78D-5440-755D-87AA-2EF581D6D2E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1ED1151-22B3-EA03-4484-84C9A7702112}"/>
              </a:ext>
            </a:extLst>
          </p:cNvPr>
          <p:cNvSpPr>
            <a:spLocks noGrp="1"/>
          </p:cNvSpPr>
          <p:nvPr>
            <p:ph type="dt" sz="half" idx="10"/>
          </p:nvPr>
        </p:nvSpPr>
        <p:spPr/>
        <p:txBody>
          <a:bodyPr/>
          <a:lstStyle/>
          <a:p>
            <a:fld id="{DA91031B-B4D4-4CD7-BA46-728DC6FF28B0}"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B6F965AB-EF19-A164-ED96-4FAA213BF3A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4D52828-65FC-F488-2AD7-88761929661C}"/>
              </a:ext>
            </a:extLst>
          </p:cNvPr>
          <p:cNvSpPr>
            <a:spLocks noGrp="1"/>
          </p:cNvSpPr>
          <p:nvPr>
            <p:ph type="sldNum" sz="quarter" idx="12"/>
          </p:nvPr>
        </p:nvSpPr>
        <p:spPr/>
        <p:txBody>
          <a:body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2952155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1B8AE6E-3312-10B6-CA0F-29FAB84E5F0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7E59E72-70AD-E1EE-3D68-F0A06E04827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C7B0BE5-9711-4670-F5C8-5F2F4C671C99}"/>
              </a:ext>
            </a:extLst>
          </p:cNvPr>
          <p:cNvSpPr>
            <a:spLocks noGrp="1"/>
          </p:cNvSpPr>
          <p:nvPr>
            <p:ph type="dt" sz="half" idx="10"/>
          </p:nvPr>
        </p:nvSpPr>
        <p:spPr/>
        <p:txBody>
          <a:bodyPr/>
          <a:lstStyle/>
          <a:p>
            <a:fld id="{DA91031B-B4D4-4CD7-BA46-728DC6FF28B0}"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A8E9CFE8-FC63-EFA4-44C9-6D1D25B57C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8BD6875-6154-76BA-B62F-929B7BBB2CFD}"/>
              </a:ext>
            </a:extLst>
          </p:cNvPr>
          <p:cNvSpPr>
            <a:spLocks noGrp="1"/>
          </p:cNvSpPr>
          <p:nvPr>
            <p:ph type="sldNum" sz="quarter" idx="12"/>
          </p:nvPr>
        </p:nvSpPr>
        <p:spPr/>
        <p:txBody>
          <a:body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2923792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タイトル スライド">
    <p:spTree>
      <p:nvGrpSpPr>
        <p:cNvPr id="1" name=""/>
        <p:cNvGrpSpPr/>
        <p:nvPr/>
      </p:nvGrpSpPr>
      <p:grpSpPr>
        <a:xfrm>
          <a:off x="0" y="0"/>
          <a:ext cx="0" cy="0"/>
          <a:chOff x="0" y="0"/>
          <a:chExt cx="0" cy="0"/>
        </a:xfrm>
      </p:grpSpPr>
      <p:pic>
        <p:nvPicPr>
          <p:cNvPr id="4" name="ppt_04.jpg">
            <a:extLst>
              <a:ext uri="{FF2B5EF4-FFF2-40B4-BE49-F238E27FC236}">
                <a16:creationId xmlns:a16="http://schemas.microsoft.com/office/drawing/2014/main" id="{3364F071-DE65-4273-91FA-DD21E91E2C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黒">
            <a:extLst>
              <a:ext uri="{FF2B5EF4-FFF2-40B4-BE49-F238E27FC236}">
                <a16:creationId xmlns:a16="http://schemas.microsoft.com/office/drawing/2014/main" id="{06EF6DD9-5408-4669-8953-6DEA73AD425F}"/>
              </a:ext>
            </a:extLst>
          </p:cNvPr>
          <p:cNvSpPr/>
          <p:nvPr userDrawn="1"/>
        </p:nvSpPr>
        <p:spPr>
          <a:xfrm>
            <a:off x="0" y="0"/>
            <a:ext cx="12192000" cy="6858000"/>
          </a:xfrm>
          <a:prstGeom prst="rect">
            <a:avLst/>
          </a:prstGeom>
          <a:solidFill>
            <a:schemeClr val="tx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タイトル 1">
            <a:extLst>
              <a:ext uri="{FF2B5EF4-FFF2-40B4-BE49-F238E27FC236}">
                <a16:creationId xmlns:a16="http://schemas.microsoft.com/office/drawing/2014/main" id="{C3756405-64EA-43DC-8D5D-43AC388E3211}"/>
              </a:ext>
            </a:extLst>
          </p:cNvPr>
          <p:cNvSpPr>
            <a:spLocks noGrp="1"/>
          </p:cNvSpPr>
          <p:nvPr>
            <p:ph type="ctrTitle"/>
          </p:nvPr>
        </p:nvSpPr>
        <p:spPr>
          <a:xfrm>
            <a:off x="757200" y="2765869"/>
            <a:ext cx="10677600" cy="2386800"/>
          </a:xfrm>
        </p:spPr>
        <p:txBody>
          <a:bodyPr lIns="0" tIns="0" rIns="0" bIns="0" anchor="t">
            <a:normAutofit/>
          </a:bodyPr>
          <a:lstStyle>
            <a:lvl1pPr algn="l">
              <a:defRPr sz="5200" b="1" baseline="0">
                <a:solidFill>
                  <a:schemeClr val="bg1"/>
                </a:solidFill>
                <a:latin typeface="Segoe UI" panose="020B0502040204020203" pitchFamily="34" charset="0"/>
                <a:ea typeface="メイリオ" panose="020B0604030504040204" pitchFamily="50" charset="-128"/>
              </a:defRPr>
            </a:lvl1pPr>
          </a:lstStyle>
          <a:p>
            <a:r>
              <a:rPr kumimoji="1" lang="ja-JP" altLang="en-US"/>
              <a:t>マスター タイトルの書式設定</a:t>
            </a:r>
          </a:p>
        </p:txBody>
      </p:sp>
      <p:sp>
        <p:nvSpPr>
          <p:cNvPr id="11" name="字幕 2">
            <a:extLst>
              <a:ext uri="{FF2B5EF4-FFF2-40B4-BE49-F238E27FC236}">
                <a16:creationId xmlns:a16="http://schemas.microsoft.com/office/drawing/2014/main" id="{276482B5-2179-4922-ACB9-185DE18FBC6A}"/>
              </a:ext>
            </a:extLst>
          </p:cNvPr>
          <p:cNvSpPr>
            <a:spLocks noGrp="1"/>
          </p:cNvSpPr>
          <p:nvPr>
            <p:ph type="subTitle" idx="1"/>
          </p:nvPr>
        </p:nvSpPr>
        <p:spPr>
          <a:xfrm>
            <a:off x="757200" y="5309914"/>
            <a:ext cx="10677563" cy="468000"/>
          </a:xfrm>
        </p:spPr>
        <p:txBody>
          <a:bodyPr lIns="0" tIns="0" rIns="0" bIns="0">
            <a:normAutofit/>
          </a:bodyPr>
          <a:lstStyle>
            <a:lvl1pPr marL="0" indent="0" algn="l">
              <a:buNone/>
              <a:defRPr sz="2800" baseline="0">
                <a:solidFill>
                  <a:schemeClr val="bg1"/>
                </a:solidFill>
                <a:latin typeface="Segoe UI" panose="020B0502040204020203" pitchFamily="34" charset="0"/>
                <a:ea typeface="メイリオ"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15" name="テキスト プレースホルダー 3">
            <a:extLst>
              <a:ext uri="{FF2B5EF4-FFF2-40B4-BE49-F238E27FC236}">
                <a16:creationId xmlns:a16="http://schemas.microsoft.com/office/drawing/2014/main" id="{1C44F3EB-BC3F-4425-8C93-BC899B04B9D6}"/>
              </a:ext>
            </a:extLst>
          </p:cNvPr>
          <p:cNvSpPr>
            <a:spLocks noGrp="1"/>
          </p:cNvSpPr>
          <p:nvPr>
            <p:ph type="body" sz="quarter" idx="18" hasCustomPrompt="1"/>
          </p:nvPr>
        </p:nvSpPr>
        <p:spPr>
          <a:xfrm>
            <a:off x="757200" y="6420774"/>
            <a:ext cx="10677600" cy="360000"/>
          </a:xfrm>
        </p:spPr>
        <p:txBody>
          <a:bodyPr lIns="0" tIns="0" rIns="0" bIns="0">
            <a:normAutofit/>
          </a:bodyPr>
          <a:lstStyle>
            <a:lvl1pPr marL="0" indent="0" algn="l">
              <a:buFontTx/>
              <a:buNone/>
              <a:defRPr sz="2000" baseline="0">
                <a:solidFill>
                  <a:schemeClr val="bg1"/>
                </a:solidFill>
                <a:latin typeface="Segoe UI" panose="020B0502040204020203" pitchFamily="34" charset="0"/>
                <a:ea typeface="メイリオ" panose="020B0604030504040204" pitchFamily="50" charset="-128"/>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ja-JP" altLang="en-US"/>
              <a:t>日付・会場など</a:t>
            </a:r>
          </a:p>
        </p:txBody>
      </p:sp>
      <p:sp>
        <p:nvSpPr>
          <p:cNvPr id="16" name="テキスト プレースホルダー 4">
            <a:extLst>
              <a:ext uri="{FF2B5EF4-FFF2-40B4-BE49-F238E27FC236}">
                <a16:creationId xmlns:a16="http://schemas.microsoft.com/office/drawing/2014/main" id="{165D397D-3B41-4AF7-95EB-6C3983EF6E76}"/>
              </a:ext>
            </a:extLst>
          </p:cNvPr>
          <p:cNvSpPr>
            <a:spLocks noGrp="1"/>
          </p:cNvSpPr>
          <p:nvPr>
            <p:ph type="body" sz="quarter" idx="17" hasCustomPrompt="1"/>
          </p:nvPr>
        </p:nvSpPr>
        <p:spPr>
          <a:xfrm>
            <a:off x="757200" y="5800193"/>
            <a:ext cx="10677600" cy="360000"/>
          </a:xfrm>
        </p:spPr>
        <p:txBody>
          <a:bodyPr lIns="0" tIns="0" rIns="0" bIns="0">
            <a:noAutofit/>
          </a:bodyPr>
          <a:lstStyle>
            <a:lvl1pPr marL="0" indent="0" algn="l">
              <a:lnSpc>
                <a:spcPct val="100000"/>
              </a:lnSpc>
              <a:buFontTx/>
              <a:buNone/>
              <a:defRPr sz="2000" baseline="0">
                <a:solidFill>
                  <a:schemeClr val="bg1"/>
                </a:solidFill>
                <a:latin typeface="Segoe UI" panose="020B0502040204020203" pitchFamily="34" charset="0"/>
                <a:ea typeface="メイリオ" panose="020B0604030504040204" pitchFamily="50" charset="-128"/>
              </a:defRPr>
            </a:lvl1pPr>
            <a:lvl2pPr marL="457200" indent="0">
              <a:buFontTx/>
              <a:buNone/>
              <a:defRPr sz="1400"/>
            </a:lvl2pPr>
            <a:lvl3pPr marL="914400" indent="0">
              <a:buFontTx/>
              <a:buNone/>
              <a:defRPr sz="1400"/>
            </a:lvl3pPr>
            <a:lvl4pPr marL="1371600" indent="0">
              <a:buFontTx/>
              <a:buNone/>
              <a:defRPr sz="1400"/>
            </a:lvl4pPr>
            <a:lvl5pPr marL="1828800" indent="0">
              <a:buFontTx/>
              <a:buNone/>
              <a:defRPr sz="1400"/>
            </a:lvl5pPr>
          </a:lstStyle>
          <a:p>
            <a:pPr lvl="0"/>
            <a:r>
              <a:rPr kumimoji="1" lang="ja-JP" altLang="en-US"/>
              <a:t>所属</a:t>
            </a:r>
          </a:p>
        </p:txBody>
      </p:sp>
    </p:spTree>
    <p:extLst>
      <p:ext uri="{BB962C8B-B14F-4D97-AF65-F5344CB8AC3E}">
        <p14:creationId xmlns:p14="http://schemas.microsoft.com/office/powerpoint/2010/main" val="668756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タイトルとコンテンツ">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6E5F1B5A-F194-4C25-ADCC-C9851CDE401F}"/>
              </a:ext>
            </a:extLst>
          </p:cNvPr>
          <p:cNvSpPr/>
          <p:nvPr/>
        </p:nvSpPr>
        <p:spPr>
          <a:xfrm>
            <a:off x="-1"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2D6139CD-2273-4AFD-A61C-42970AC41B43}"/>
              </a:ext>
            </a:extLst>
          </p:cNvPr>
          <p:cNvCxnSpPr>
            <a:cxnSpLocks/>
          </p:cNvCxnSpPr>
          <p:nvPr/>
        </p:nvCxnSpPr>
        <p:spPr>
          <a:xfrm>
            <a:off x="143999" y="828000"/>
            <a:ext cx="11928001" cy="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F292EC8F-97B9-4838-A1D0-72C6F9B7D7DD}"/>
              </a:ext>
            </a:extLst>
          </p:cNvPr>
          <p:cNvCxnSpPr>
            <a:cxnSpLocks/>
          </p:cNvCxnSpPr>
          <p:nvPr/>
        </p:nvCxnSpPr>
        <p:spPr>
          <a:xfrm>
            <a:off x="0" y="828000"/>
            <a:ext cx="1440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68E39387-4B0F-4890-A36C-50768E77C885}"/>
              </a:ext>
            </a:extLst>
          </p:cNvPr>
          <p:cNvPicPr>
            <a:picLocks noChangeAspect="1"/>
          </p:cNvPicPr>
          <p:nvPr/>
        </p:nvPicPr>
        <p:blipFill>
          <a:blip r:embed="rId2" cstate="hqprint">
            <a:alphaModFix amt="85000"/>
            <a:extLst>
              <a:ext uri="{28A0092B-C50C-407E-A947-70E740481C1C}">
                <a14:useLocalDpi xmlns:a14="http://schemas.microsoft.com/office/drawing/2010/main" val="0"/>
              </a:ext>
            </a:extLst>
          </a:blip>
          <a:stretch>
            <a:fillRect/>
          </a:stretch>
        </p:blipFill>
        <p:spPr>
          <a:xfrm>
            <a:off x="10633984" y="-63833"/>
            <a:ext cx="1548000" cy="997369"/>
          </a:xfrm>
          <a:prstGeom prst="rect">
            <a:avLst/>
          </a:prstGeom>
        </p:spPr>
      </p:pic>
      <p:sp>
        <p:nvSpPr>
          <p:cNvPr id="12" name="タイトル 11">
            <a:extLst>
              <a:ext uri="{FF2B5EF4-FFF2-40B4-BE49-F238E27FC236}">
                <a16:creationId xmlns:a16="http://schemas.microsoft.com/office/drawing/2014/main" id="{9C135227-6D9F-43A2-9359-62BE582AADE7}"/>
              </a:ext>
            </a:extLst>
          </p:cNvPr>
          <p:cNvSpPr>
            <a:spLocks noGrp="1"/>
          </p:cNvSpPr>
          <p:nvPr>
            <p:ph type="title"/>
          </p:nvPr>
        </p:nvSpPr>
        <p:spPr>
          <a:xfrm>
            <a:off x="264544" y="215662"/>
            <a:ext cx="10731600" cy="648000"/>
          </a:xfrm>
        </p:spPr>
        <p:txBody>
          <a:bodyPr>
            <a:normAutofit/>
          </a:bodyPr>
          <a:lstStyle>
            <a:lvl1pPr>
              <a:defRPr sz="3200" b="1" baseline="0">
                <a:latin typeface="Segoe UI" panose="020B0502040204020203" pitchFamily="34" charset="0"/>
                <a:ea typeface="メイリオ" panose="020B0604030504040204" pitchFamily="50" charset="-128"/>
              </a:defRPr>
            </a:lvl1pPr>
          </a:lstStyle>
          <a:p>
            <a:r>
              <a:rPr kumimoji="1" lang="ja-JP" altLang="en-US"/>
              <a:t>マスター タイトルの書式設定</a:t>
            </a:r>
          </a:p>
        </p:txBody>
      </p:sp>
      <p:sp>
        <p:nvSpPr>
          <p:cNvPr id="13" name="コンテンツ プレースホルダー 2">
            <a:extLst>
              <a:ext uri="{FF2B5EF4-FFF2-40B4-BE49-F238E27FC236}">
                <a16:creationId xmlns:a16="http://schemas.microsoft.com/office/drawing/2014/main" id="{18BDBBF7-5AF0-484C-8F5D-2E63514725BC}"/>
              </a:ext>
            </a:extLst>
          </p:cNvPr>
          <p:cNvSpPr>
            <a:spLocks noGrp="1"/>
          </p:cNvSpPr>
          <p:nvPr>
            <p:ph idx="10"/>
          </p:nvPr>
        </p:nvSpPr>
        <p:spPr>
          <a:xfrm>
            <a:off x="353999" y="1086209"/>
            <a:ext cx="11483999" cy="5554800"/>
          </a:xfrm>
        </p:spPr>
        <p:txBody>
          <a:bodyPr lIns="0" tIns="0" rIns="0" bIns="0"/>
          <a:lstStyle>
            <a:lvl1pPr marL="457200" indent="-288000">
              <a:lnSpc>
                <a:spcPct val="100000"/>
              </a:lnSpc>
              <a:spcBef>
                <a:spcPts val="1500"/>
              </a:spcBef>
              <a:buClr>
                <a:schemeClr val="accent1"/>
              </a:buClr>
              <a:buFont typeface="Arial" panose="020B0604020202020204" pitchFamily="34" charset="0"/>
              <a:buChar char="•"/>
              <a:defRPr sz="2400" baseline="0">
                <a:solidFill>
                  <a:schemeClr val="tx1"/>
                </a:solidFill>
                <a:latin typeface="Segoe UI" panose="020B0502040204020203" pitchFamily="34" charset="0"/>
                <a:ea typeface="メイリオ" panose="020B0604030504040204" pitchFamily="50" charset="-128"/>
              </a:defRPr>
            </a:lvl1pPr>
            <a:lvl2pPr marL="800100" indent="-288000">
              <a:lnSpc>
                <a:spcPct val="100000"/>
              </a:lnSpc>
              <a:buClr>
                <a:schemeClr val="accent1"/>
              </a:buClr>
              <a:buFont typeface="Arial" panose="020B0604020202020204" pitchFamily="34" charset="0"/>
              <a:buChar char="•"/>
              <a:defRPr sz="2000" baseline="0">
                <a:solidFill>
                  <a:schemeClr val="tx1"/>
                </a:solidFill>
                <a:latin typeface="Segoe UI" panose="020B0502040204020203" pitchFamily="34" charset="0"/>
                <a:ea typeface="メイリオ" panose="020B0604030504040204" pitchFamily="50" charset="-128"/>
              </a:defRPr>
            </a:lvl2pPr>
            <a:lvl3pPr marL="1257300" indent="-288000">
              <a:lnSpc>
                <a:spcPct val="100000"/>
              </a:lnSpc>
              <a:buClr>
                <a:schemeClr val="accent1"/>
              </a:buClr>
              <a:buFont typeface="Arial" panose="020B0604020202020204" pitchFamily="34" charset="0"/>
              <a:buChar char="•"/>
              <a:defRPr sz="1800" baseline="0">
                <a:solidFill>
                  <a:schemeClr val="tx1"/>
                </a:solidFill>
                <a:latin typeface="Segoe UI" panose="020B0502040204020203" pitchFamily="34" charset="0"/>
                <a:ea typeface="メイリオ" panose="020B0604030504040204" pitchFamily="50" charset="-128"/>
              </a:defRPr>
            </a:lvl3pPr>
            <a:lvl4pPr marL="1657350" indent="-288000">
              <a:lnSpc>
                <a:spcPct val="100000"/>
              </a:lnSpc>
              <a:buClr>
                <a:schemeClr val="accent1"/>
              </a:buClr>
              <a:buFont typeface="Arial" panose="020B0604020202020204" pitchFamily="34" charset="0"/>
              <a:buChar char="•"/>
              <a:defRPr baseline="0">
                <a:solidFill>
                  <a:schemeClr val="tx1"/>
                </a:solidFill>
                <a:latin typeface="Segoe UI" panose="020B0502040204020203" pitchFamily="34" charset="0"/>
                <a:ea typeface="メイリオ" panose="020B0604030504040204" pitchFamily="50" charset="-128"/>
              </a:defRPr>
            </a:lvl4pPr>
            <a:lvl5pPr marL="2114550" indent="-288000">
              <a:lnSpc>
                <a:spcPct val="100000"/>
              </a:lnSpc>
              <a:buClr>
                <a:schemeClr val="accent1"/>
              </a:buClr>
              <a:buFont typeface="Arial" panose="020B0604020202020204" pitchFamily="34" charset="0"/>
              <a:buChar char="•"/>
              <a:defRPr baseline="0">
                <a:solidFill>
                  <a:schemeClr val="tx1"/>
                </a:solidFill>
                <a:latin typeface="Segoe UI" panose="020B0502040204020203" pitchFamily="34" charset="0"/>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9820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DBD7994-B32D-1740-48D6-5E1A4A1464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1AB267D-51BE-96A2-6B47-046DABBBD0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6603B65-54D1-923B-7465-D124CFD550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91031B-B4D4-4CD7-BA46-728DC6FF28B0}" type="datetimeFigureOut">
              <a:rPr kumimoji="1" lang="ja-JP" altLang="en-US" smtClean="0"/>
              <a:t>2026/1/15</a:t>
            </a:fld>
            <a:endParaRPr kumimoji="1" lang="ja-JP" altLang="en-US"/>
          </a:p>
        </p:txBody>
      </p:sp>
      <p:sp>
        <p:nvSpPr>
          <p:cNvPr id="5" name="フッター プレースホルダー 4">
            <a:extLst>
              <a:ext uri="{FF2B5EF4-FFF2-40B4-BE49-F238E27FC236}">
                <a16:creationId xmlns:a16="http://schemas.microsoft.com/office/drawing/2014/main" id="{048F7233-B4B3-02D3-9D5D-62F504831C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0EAFE2E-C908-E273-9570-C5D7E9DDCD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6A6B74-4974-4A48-B74C-DFE1E34B9A00}" type="slidenum">
              <a:rPr kumimoji="1" lang="ja-JP" altLang="en-US" smtClean="0"/>
              <a:t>‹#›</a:t>
            </a:fld>
            <a:endParaRPr kumimoji="1" lang="ja-JP" altLang="en-US"/>
          </a:p>
        </p:txBody>
      </p:sp>
    </p:spTree>
    <p:extLst>
      <p:ext uri="{BB962C8B-B14F-4D97-AF65-F5344CB8AC3E}">
        <p14:creationId xmlns:p14="http://schemas.microsoft.com/office/powerpoint/2010/main" val="32922243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1801E7-1C75-4533-8F2E-E1D0D70578CB}"/>
              </a:ext>
            </a:extLst>
          </p:cNvPr>
          <p:cNvSpPr>
            <a:spLocks noGrp="1"/>
          </p:cNvSpPr>
          <p:nvPr>
            <p:ph type="ctrTitle"/>
          </p:nvPr>
        </p:nvSpPr>
        <p:spPr/>
        <p:txBody>
          <a:bodyPr/>
          <a:lstStyle/>
          <a:p>
            <a:r>
              <a:rPr lang="ja-JP" altLang="en-US" dirty="0"/>
              <a:t>地球観測社会システム</a:t>
            </a:r>
            <a:br>
              <a:rPr lang="en-US" altLang="ja-JP" dirty="0"/>
            </a:br>
            <a:r>
              <a:rPr lang="ja-JP" altLang="en-US" dirty="0"/>
              <a:t>第</a:t>
            </a:r>
            <a:r>
              <a:rPr lang="en-US" altLang="ja-JP" dirty="0"/>
              <a:t>11</a:t>
            </a:r>
            <a:r>
              <a:rPr lang="ja-JP" altLang="en-US" dirty="0"/>
              <a:t>回経過報告</a:t>
            </a:r>
          </a:p>
        </p:txBody>
      </p:sp>
      <p:sp>
        <p:nvSpPr>
          <p:cNvPr id="5" name="テキスト プレースホルダー 4">
            <a:extLst>
              <a:ext uri="{FF2B5EF4-FFF2-40B4-BE49-F238E27FC236}">
                <a16:creationId xmlns:a16="http://schemas.microsoft.com/office/drawing/2014/main" id="{DEDAE8FC-4B19-40DC-8D83-16DD22904E1A}"/>
              </a:ext>
            </a:extLst>
          </p:cNvPr>
          <p:cNvSpPr>
            <a:spLocks noGrp="1"/>
          </p:cNvSpPr>
          <p:nvPr>
            <p:ph type="subTitle" idx="1"/>
          </p:nvPr>
        </p:nvSpPr>
        <p:spPr/>
        <p:txBody>
          <a:bodyPr>
            <a:normAutofit/>
          </a:bodyPr>
          <a:lstStyle/>
          <a:p>
            <a:r>
              <a:rPr lang="ja-JP" altLang="en-US" dirty="0"/>
              <a:t>宮澤健人</a:t>
            </a:r>
          </a:p>
          <a:p>
            <a:endParaRPr lang="ja-JP" altLang="en-US" dirty="0"/>
          </a:p>
        </p:txBody>
      </p:sp>
      <p:sp>
        <p:nvSpPr>
          <p:cNvPr id="3" name="テキスト プレースホルダー 2">
            <a:extLst>
              <a:ext uri="{FF2B5EF4-FFF2-40B4-BE49-F238E27FC236}">
                <a16:creationId xmlns:a16="http://schemas.microsoft.com/office/drawing/2014/main" id="{971BD750-A000-43E0-95F7-FD10619C9F99}"/>
              </a:ext>
            </a:extLst>
          </p:cNvPr>
          <p:cNvSpPr>
            <a:spLocks noGrp="1"/>
          </p:cNvSpPr>
          <p:nvPr>
            <p:ph type="body" sz="quarter" idx="17"/>
          </p:nvPr>
        </p:nvSpPr>
        <p:spPr/>
        <p:txBody>
          <a:bodyPr/>
          <a:lstStyle/>
          <a:p>
            <a:r>
              <a:rPr lang="zh-TW" altLang="en-US" dirty="0"/>
              <a:t>千葉大学</a:t>
            </a:r>
            <a:r>
              <a:rPr lang="ja-JP" altLang="en-US" dirty="0"/>
              <a:t>大学院　融合理工学府　リモートセンシングコース</a:t>
            </a:r>
            <a:r>
              <a:rPr lang="en-US" altLang="ja-JP" dirty="0"/>
              <a:t>1</a:t>
            </a:r>
            <a:r>
              <a:rPr lang="ja-JP" altLang="en-US" dirty="0"/>
              <a:t>年</a:t>
            </a:r>
            <a:endParaRPr lang="zh-TW" altLang="en-US" dirty="0"/>
          </a:p>
        </p:txBody>
      </p:sp>
    </p:spTree>
    <p:extLst>
      <p:ext uri="{BB962C8B-B14F-4D97-AF65-F5344CB8AC3E}">
        <p14:creationId xmlns:p14="http://schemas.microsoft.com/office/powerpoint/2010/main" val="108723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31C9F-35A0-B840-1505-7E5E4C411D04}"/>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1B4A2B83-A671-4AF2-B27C-DD6F1C1C06BF}"/>
              </a:ext>
            </a:extLst>
          </p:cNvPr>
          <p:cNvSpPr>
            <a:spLocks noGrp="1"/>
          </p:cNvSpPr>
          <p:nvPr>
            <p:ph type="title"/>
          </p:nvPr>
        </p:nvSpPr>
        <p:spPr/>
        <p:txBody>
          <a:bodyPr/>
          <a:lstStyle/>
          <a:p>
            <a:r>
              <a:rPr kumimoji="1" lang="ja-JP" altLang="en-US" dirty="0"/>
              <a:t>前回までの進捗</a:t>
            </a:r>
          </a:p>
        </p:txBody>
      </p:sp>
      <p:sp>
        <p:nvSpPr>
          <p:cNvPr id="7" name="コンテンツ プレースホルダー 6">
            <a:extLst>
              <a:ext uri="{FF2B5EF4-FFF2-40B4-BE49-F238E27FC236}">
                <a16:creationId xmlns:a16="http://schemas.microsoft.com/office/drawing/2014/main" id="{2FBD2164-7476-4422-50E2-93444D1102BB}"/>
              </a:ext>
            </a:extLst>
          </p:cNvPr>
          <p:cNvSpPr>
            <a:spLocks noGrp="1"/>
          </p:cNvSpPr>
          <p:nvPr>
            <p:ph idx="10"/>
          </p:nvPr>
        </p:nvSpPr>
        <p:spPr>
          <a:xfrm>
            <a:off x="353999" y="863662"/>
            <a:ext cx="11483999" cy="5777347"/>
          </a:xfrm>
        </p:spPr>
        <p:txBody>
          <a:bodyPr/>
          <a:lstStyle/>
          <a:p>
            <a:r>
              <a:rPr lang="en-US" altLang="ja-JP" sz="2000" dirty="0"/>
              <a:t>LETKF</a:t>
            </a:r>
            <a:r>
              <a:rPr lang="ja-JP" altLang="en-US" sz="2000" dirty="0"/>
              <a:t>での</a:t>
            </a:r>
            <a:r>
              <a:rPr lang="en-US" altLang="ja-JP" sz="2000" dirty="0"/>
              <a:t>EFSO</a:t>
            </a:r>
            <a:r>
              <a:rPr lang="ja-JP" altLang="en-US" sz="2000" dirty="0"/>
              <a:t>を実装した</a:t>
            </a:r>
            <a:endParaRPr lang="en-US" altLang="ja-JP" sz="2000" dirty="0"/>
          </a:p>
          <a:p>
            <a:pPr lvl="1"/>
            <a:r>
              <a:rPr lang="ja-JP" altLang="en-US" sz="1800" dirty="0"/>
              <a:t>以下のステップで</a:t>
            </a:r>
            <a:r>
              <a:rPr lang="en-US" altLang="ja-JP" sz="1800" dirty="0"/>
              <a:t>EFSO</a:t>
            </a:r>
            <a:r>
              <a:rPr lang="ja-JP" altLang="en-US" sz="1800" dirty="0"/>
              <a:t>を実装</a:t>
            </a:r>
            <a:endParaRPr lang="en-US" altLang="ja-JP" sz="1800" dirty="0"/>
          </a:p>
          <a:p>
            <a:pPr marL="969300" lvl="1" indent="-457200">
              <a:buFont typeface="+mj-lt"/>
              <a:buAutoNum type="arabicPeriod"/>
            </a:pPr>
            <a:r>
              <a:rPr lang="ja-JP" altLang="en-US" sz="1800" dirty="0"/>
              <a:t>背景場を予測する</a:t>
            </a:r>
            <a:endParaRPr lang="en-US" altLang="ja-JP" sz="1800" dirty="0"/>
          </a:p>
          <a:p>
            <a:pPr marL="969300" lvl="1" indent="-457200">
              <a:buFont typeface="+mj-lt"/>
              <a:buAutoNum type="arabicPeriod"/>
            </a:pPr>
            <a:r>
              <a:rPr lang="en-US" altLang="ja-JP" sz="1800" dirty="0"/>
              <a:t>1</a:t>
            </a:r>
            <a:r>
              <a:rPr lang="ja-JP" altLang="en-US" sz="1800" dirty="0"/>
              <a:t>に特定の観測地点のみを同化する</a:t>
            </a:r>
            <a:endParaRPr lang="en-US" altLang="ja-JP" sz="1800" dirty="0"/>
          </a:p>
          <a:p>
            <a:pPr marL="969300" lvl="1" indent="-457200">
              <a:buFont typeface="+mj-lt"/>
              <a:buAutoNum type="arabicPeriod"/>
            </a:pPr>
            <a:r>
              <a:rPr lang="en-US" altLang="ja-JP" sz="1800" dirty="0"/>
              <a:t>1</a:t>
            </a:r>
            <a:r>
              <a:rPr lang="ja-JP" altLang="en-US" sz="1800" dirty="0"/>
              <a:t>と</a:t>
            </a:r>
            <a:r>
              <a:rPr lang="en-US" altLang="ja-JP" sz="1800" dirty="0"/>
              <a:t>2</a:t>
            </a:r>
            <a:r>
              <a:rPr lang="ja-JP" altLang="en-US" sz="1800" dirty="0"/>
              <a:t>をそれぞれ</a:t>
            </a:r>
            <a:r>
              <a:rPr lang="en-US" altLang="ja-JP" sz="1800" dirty="0"/>
              <a:t>8</a:t>
            </a:r>
            <a:r>
              <a:rPr lang="ja-JP" altLang="en-US" sz="1800" dirty="0"/>
              <a:t>ステップ分予測を進める</a:t>
            </a:r>
            <a:endParaRPr lang="en-US" altLang="ja-JP" sz="1800" dirty="0"/>
          </a:p>
          <a:p>
            <a:pPr marL="969300" lvl="1" indent="-457200">
              <a:buFont typeface="+mj-lt"/>
              <a:buAutoNum type="arabicPeriod"/>
            </a:pPr>
            <a:r>
              <a:rPr lang="en-US" altLang="ja-JP" sz="1800" dirty="0"/>
              <a:t>8</a:t>
            </a:r>
            <a:r>
              <a:rPr lang="ja-JP" altLang="en-US" sz="1800" dirty="0"/>
              <a:t>ステップ先の観測値を参照値として</a:t>
            </a:r>
            <a:r>
              <a:rPr lang="en-US" altLang="ja-JP" sz="1800" dirty="0"/>
              <a:t>2</a:t>
            </a:r>
            <a:r>
              <a:rPr lang="ja-JP" altLang="en-US" sz="1800" dirty="0"/>
              <a:t>と</a:t>
            </a:r>
            <a:r>
              <a:rPr lang="en-US" altLang="ja-JP" sz="1800" dirty="0"/>
              <a:t>3</a:t>
            </a:r>
            <a:r>
              <a:rPr lang="ja-JP" altLang="en-US" sz="1800" dirty="0"/>
              <a:t>の間の観測インパクトを求める</a:t>
            </a:r>
            <a:endParaRPr lang="en-US" altLang="ja-JP" sz="1800" dirty="0"/>
          </a:p>
          <a:p>
            <a:pPr marL="969300" lvl="1" indent="-457200">
              <a:buFont typeface="+mj-lt"/>
              <a:buAutoNum type="arabicPeriod"/>
            </a:pPr>
            <a:r>
              <a:rPr lang="en-US" altLang="ja-JP" sz="1800" dirty="0"/>
              <a:t>2~4</a:t>
            </a:r>
            <a:r>
              <a:rPr lang="ja-JP" altLang="en-US" sz="1800" dirty="0"/>
              <a:t>を各観測地点で繰り返し、観測インパクトが良い観測地点のみを同化する</a:t>
            </a:r>
            <a:endParaRPr lang="en-US" altLang="ja-JP" sz="1800" dirty="0"/>
          </a:p>
          <a:p>
            <a:pPr marL="512100" lvl="1" indent="0">
              <a:buNone/>
            </a:pPr>
            <a:r>
              <a:rPr lang="ja-JP" altLang="en-US" sz="1800" dirty="0"/>
              <a:t>この実験を</a:t>
            </a:r>
            <a:r>
              <a:rPr lang="en-US" altLang="ja-JP" sz="1800" dirty="0"/>
              <a:t>1</a:t>
            </a:r>
            <a:r>
              <a:rPr lang="ja-JP" altLang="en-US" sz="1800" dirty="0"/>
              <a:t>年分</a:t>
            </a:r>
            <a:r>
              <a:rPr lang="en-US" altLang="ja-JP" sz="1800" dirty="0"/>
              <a:t>(1460</a:t>
            </a:r>
            <a:r>
              <a:rPr lang="ja-JP" altLang="en-US" sz="1800" dirty="0"/>
              <a:t>ステップ</a:t>
            </a:r>
            <a:r>
              <a:rPr lang="en-US" altLang="ja-JP" sz="1800" dirty="0"/>
              <a:t>)</a:t>
            </a:r>
            <a:r>
              <a:rPr lang="ja-JP" altLang="en-US" sz="1800" dirty="0"/>
              <a:t>でそれぞれ独立して実施し、解析値と</a:t>
            </a:r>
            <a:r>
              <a:rPr lang="en-US" altLang="ja-JP" sz="1800" dirty="0"/>
              <a:t>8</a:t>
            </a:r>
            <a:r>
              <a:rPr lang="ja-JP" altLang="en-US" sz="1800" dirty="0"/>
              <a:t>ステップ先の予報値の真値に対する</a:t>
            </a:r>
            <a:r>
              <a:rPr lang="en-US" altLang="ja-JP" sz="1800" dirty="0"/>
              <a:t>RMSE</a:t>
            </a:r>
            <a:r>
              <a:rPr lang="ja-JP" altLang="en-US" sz="1800" dirty="0"/>
              <a:t>がどれだけ向上したかを可視化した</a:t>
            </a:r>
            <a:endParaRPr lang="en-US" altLang="ja-JP" sz="1800" dirty="0"/>
          </a:p>
          <a:p>
            <a:pPr marL="512100" lvl="1" indent="0">
              <a:buNone/>
            </a:pPr>
            <a:endParaRPr lang="en-US" altLang="ja-JP" dirty="0"/>
          </a:p>
        </p:txBody>
      </p:sp>
      <p:pic>
        <p:nvPicPr>
          <p:cNvPr id="2" name="図 1">
            <a:extLst>
              <a:ext uri="{FF2B5EF4-FFF2-40B4-BE49-F238E27FC236}">
                <a16:creationId xmlns:a16="http://schemas.microsoft.com/office/drawing/2014/main" id="{DDE41A6F-BD53-F454-5B51-68A905780333}"/>
              </a:ext>
            </a:extLst>
          </p:cNvPr>
          <p:cNvPicPr>
            <a:picLocks noChangeAspect="1"/>
          </p:cNvPicPr>
          <p:nvPr/>
        </p:nvPicPr>
        <p:blipFill>
          <a:blip r:embed="rId2"/>
          <a:stretch>
            <a:fillRect/>
          </a:stretch>
        </p:blipFill>
        <p:spPr>
          <a:xfrm>
            <a:off x="2840374" y="3834000"/>
            <a:ext cx="6511247" cy="3024000"/>
          </a:xfrm>
          <a:prstGeom prst="rect">
            <a:avLst/>
          </a:prstGeom>
        </p:spPr>
      </p:pic>
    </p:spTree>
    <p:extLst>
      <p:ext uri="{BB962C8B-B14F-4D97-AF65-F5344CB8AC3E}">
        <p14:creationId xmlns:p14="http://schemas.microsoft.com/office/powerpoint/2010/main" val="2756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441C-6BE5-2A5E-5B82-6598B2165246}"/>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E70ADC5-7DF6-A5BA-65B0-D6DD3A638050}"/>
              </a:ext>
            </a:extLst>
          </p:cNvPr>
          <p:cNvSpPr>
            <a:spLocks noGrp="1"/>
          </p:cNvSpPr>
          <p:nvPr>
            <p:ph type="title"/>
          </p:nvPr>
        </p:nvSpPr>
        <p:spPr/>
        <p:txBody>
          <a:bodyPr/>
          <a:lstStyle/>
          <a:p>
            <a:r>
              <a:rPr lang="ja-JP" altLang="en-US" dirty="0"/>
              <a:t>今回</a:t>
            </a:r>
            <a:endParaRPr kumimoji="1" lang="ja-JP" altLang="en-US" dirty="0"/>
          </a:p>
        </p:txBody>
      </p:sp>
      <mc:AlternateContent xmlns:mc="http://schemas.openxmlformats.org/markup-compatibility/2006">
        <mc:Choice xmlns:a14="http://schemas.microsoft.com/office/drawing/2010/main" Requires="a14">
          <p:sp>
            <p:nvSpPr>
              <p:cNvPr id="7" name="コンテンツ プレースホルダー 6">
                <a:extLst>
                  <a:ext uri="{FF2B5EF4-FFF2-40B4-BE49-F238E27FC236}">
                    <a16:creationId xmlns:a16="http://schemas.microsoft.com/office/drawing/2014/main" id="{D4467349-7499-1AA3-8480-A694303C9F29}"/>
                  </a:ext>
                </a:extLst>
              </p:cNvPr>
              <p:cNvSpPr>
                <a:spLocks noGrp="1"/>
              </p:cNvSpPr>
              <p:nvPr>
                <p:ph idx="10"/>
              </p:nvPr>
            </p:nvSpPr>
            <p:spPr>
              <a:xfrm>
                <a:off x="353999" y="981075"/>
                <a:ext cx="11483999" cy="5659934"/>
              </a:xfrm>
            </p:spPr>
            <p:txBody>
              <a:bodyPr/>
              <a:lstStyle/>
              <a:p>
                <a:pPr lvl="1"/>
                <a:r>
                  <a:rPr lang="ja-JP" altLang="en-US" sz="2400" dirty="0"/>
                  <a:t>発展課題</a:t>
                </a:r>
                <a:r>
                  <a:rPr lang="en-US" altLang="ja-JP" sz="2400" dirty="0"/>
                  <a:t>1</a:t>
                </a:r>
                <a:r>
                  <a:rPr lang="ja-JP" altLang="en-US" sz="2400" dirty="0"/>
                  <a:t>の動的共分散膨張の実装に取り組んだ</a:t>
                </a:r>
                <a:endParaRPr lang="en-US" altLang="ja-JP" sz="2400" dirty="0"/>
              </a:p>
              <a:p>
                <a:pPr lvl="1"/>
                <a:r>
                  <a:rPr lang="en-US" altLang="ja-JP" sz="2400" dirty="0"/>
                  <a:t>Miyoshi(2011)</a:t>
                </a:r>
                <a:r>
                  <a:rPr lang="ja-JP" altLang="en-US" sz="2400" dirty="0"/>
                  <a:t>の動的共分散膨張法を実装</a:t>
                </a:r>
                <a:endParaRPr lang="en-US" altLang="ja-JP" sz="2400" dirty="0"/>
              </a:p>
              <a:p>
                <a:pPr lvl="1"/>
                <a:r>
                  <a:rPr lang="ja-JP" altLang="en-US" dirty="0"/>
                  <a:t>事前分布</a:t>
                </a:r>
                <a14:m>
                  <m:oMath xmlns:m="http://schemas.openxmlformats.org/officeDocument/2006/math">
                    <m:r>
                      <m:rPr>
                        <m:nor/>
                      </m:rPr>
                      <a:rPr kumimoji="0" lang="ja-JP" altLang="ja-JP" dirty="0" smtClean="0">
                        <a:latin typeface="Cambria Math" panose="02040503050406030204" pitchFamily="18" charset="0"/>
                        <a:ea typeface="Google Sans Text"/>
                      </a:rPr>
                      <m:t>Pr</m:t>
                    </m:r>
                    <m:r>
                      <m:rPr>
                        <m:nor/>
                      </m:rPr>
                      <a:rPr kumimoji="0" lang="ja-JP" altLang="ja-JP" dirty="0" smtClean="0">
                        <a:latin typeface="Cambria Math" panose="02040503050406030204" pitchFamily="18" charset="0"/>
                        <a:ea typeface="Google Sans Text"/>
                      </a:rPr>
                      <m:t>(</m:t>
                    </m:r>
                    <m:sSup>
                      <m:sSupPr>
                        <m:ctrlPr>
                          <a:rPr kumimoji="0" lang="en-US" altLang="ja-JP" i="1" dirty="0" smtClean="0">
                            <a:latin typeface="Cambria Math" panose="02040503050406030204" pitchFamily="18" charset="0"/>
                          </a:rPr>
                        </m:ctrlPr>
                      </m:sSupPr>
                      <m:e>
                        <m:r>
                          <m:rPr>
                            <m:nor/>
                          </m:rPr>
                          <a:rPr kumimoji="0" lang="en-US" altLang="ja-JP" dirty="0">
                            <a:latin typeface="Cambria Math" panose="02040503050406030204" pitchFamily="18" charset="0"/>
                            <a:ea typeface="Google Sans Text"/>
                          </a:rPr>
                          <m:t>α</m:t>
                        </m:r>
                      </m:e>
                      <m:sup>
                        <m:r>
                          <m:rPr>
                            <m:sty m:val="p"/>
                          </m:rPr>
                          <a:rPr kumimoji="0" lang="en-US" altLang="ja-JP" b="0" i="1" dirty="0" smtClean="0">
                            <a:latin typeface="Cambria Math" panose="02040503050406030204" pitchFamily="18" charset="0"/>
                          </a:rPr>
                          <m:t>b</m:t>
                        </m:r>
                      </m:sup>
                    </m:sSup>
                    <m:r>
                      <m:rPr>
                        <m:nor/>
                      </m:rPr>
                      <a:rPr kumimoji="0" lang="ja-JP" altLang="ja-JP" dirty="0" smtClean="0">
                        <a:latin typeface="Cambria Math" panose="02040503050406030204" pitchFamily="18" charset="0"/>
                        <a:ea typeface="Google Sans Text"/>
                      </a:rPr>
                      <m:t>)</m:t>
                    </m:r>
                  </m:oMath>
                </a14:m>
                <a:r>
                  <a:rPr lang="ja-JP" altLang="en-US" dirty="0"/>
                  <a:t>と観測分布</a:t>
                </a:r>
                <a14:m>
                  <m:oMath xmlns:m="http://schemas.openxmlformats.org/officeDocument/2006/math">
                    <m:r>
                      <m:rPr>
                        <m:nor/>
                      </m:rPr>
                      <a:rPr kumimoji="0" lang="ja-JP" altLang="ja-JP" dirty="0">
                        <a:latin typeface="Cambria Math" panose="02040503050406030204" pitchFamily="18" charset="0"/>
                        <a:ea typeface="Google Sans Text"/>
                      </a:rPr>
                      <m:t>Pr</m:t>
                    </m:r>
                    <m:r>
                      <m:rPr>
                        <m:nor/>
                      </m:rPr>
                      <a:rPr kumimoji="0" lang="ja-JP" altLang="ja-JP" dirty="0">
                        <a:latin typeface="Cambria Math" panose="02040503050406030204" pitchFamily="18" charset="0"/>
                        <a:ea typeface="Google Sans Text"/>
                      </a:rPr>
                      <m:t>(</m:t>
                    </m:r>
                    <m:sSup>
                      <m:sSupPr>
                        <m:ctrlPr>
                          <a:rPr kumimoji="0" lang="en-US" altLang="ja-JP" i="1" dirty="0">
                            <a:latin typeface="Cambria Math" panose="02040503050406030204" pitchFamily="18" charset="0"/>
                          </a:rPr>
                        </m:ctrlPr>
                      </m:sSupPr>
                      <m:e>
                        <m:r>
                          <m:rPr>
                            <m:nor/>
                          </m:rPr>
                          <a:rPr kumimoji="0" lang="en-US" altLang="ja-JP" dirty="0">
                            <a:latin typeface="Cambria Math" panose="02040503050406030204" pitchFamily="18" charset="0"/>
                            <a:ea typeface="Google Sans Text"/>
                          </a:rPr>
                          <m:t>α</m:t>
                        </m:r>
                      </m:e>
                      <m:sup>
                        <m:r>
                          <m:rPr>
                            <m:sty m:val="p"/>
                          </m:rPr>
                          <a:rPr kumimoji="0" lang="en-US" altLang="ja-JP" b="0" i="1" dirty="0" smtClean="0">
                            <a:latin typeface="Cambria Math" panose="02040503050406030204" pitchFamily="18" charset="0"/>
                            <a:ea typeface="Google Sans Text"/>
                          </a:rPr>
                          <m:t>o</m:t>
                        </m:r>
                      </m:sup>
                    </m:sSup>
                    <m:r>
                      <m:rPr>
                        <m:nor/>
                      </m:rPr>
                      <a:rPr kumimoji="0" lang="ja-JP" altLang="ja-JP" dirty="0">
                        <a:latin typeface="Cambria Math" panose="02040503050406030204" pitchFamily="18" charset="0"/>
                        <a:ea typeface="Google Sans Text"/>
                      </a:rPr>
                      <m:t>)</m:t>
                    </m:r>
                  </m:oMath>
                </a14:m>
                <a:r>
                  <a:rPr lang="ja-JP" altLang="en-US" dirty="0"/>
                  <a:t>をガウス分布であると推定する</a:t>
                </a:r>
                <a:endParaRPr lang="en-US" altLang="ja-JP" dirty="0"/>
              </a:p>
              <a:p>
                <a:pPr marL="512100" lvl="1" indent="0">
                  <a:buNone/>
                </a:pPr>
                <a:endParaRPr lang="en-US" altLang="ja-JP" sz="2400" dirty="0"/>
              </a:p>
              <a:p>
                <a:pPr marL="512100" lvl="1" indent="0">
                  <a:buNone/>
                </a:pPr>
                <a:endParaRPr lang="en-US" altLang="ja-JP" sz="2400" dirty="0"/>
              </a:p>
              <a:p>
                <a:pPr lvl="1"/>
                <a:r>
                  <a:rPr lang="ja-JP" altLang="en-US" dirty="0"/>
                  <a:t>事前推定値と観測推定値のそれぞれの分散に基づく重みづけ平均から最終的な推定値を算出</a:t>
                </a:r>
                <a:endParaRPr lang="en-US" altLang="ja-JP" dirty="0"/>
              </a:p>
              <a:p>
                <a:pPr lvl="1"/>
                <a:endParaRPr lang="en-US" altLang="ja-JP" dirty="0"/>
              </a:p>
              <a:p>
                <a:pPr lvl="1"/>
                <a:endParaRPr lang="en-US" altLang="ja-JP" dirty="0"/>
              </a:p>
              <a:p>
                <a:pPr lvl="1"/>
                <a:r>
                  <a:rPr lang="en-US" altLang="ja-JP" dirty="0"/>
                  <a:t>Innovation Statistic</a:t>
                </a:r>
                <a:r>
                  <a:rPr lang="ja-JP" altLang="en-US" dirty="0"/>
                  <a:t>に基づいて</a:t>
                </a:r>
                <a14:m>
                  <m:oMath xmlns:m="http://schemas.openxmlformats.org/officeDocument/2006/math">
                    <m:sSubSup>
                      <m:sSubSupPr>
                        <m:ctrlPr>
                          <a:rPr kumimoji="0" lang="ja-JP" altLang="ja-JP" sz="2000" i="1" dirty="0" smtClean="0">
                            <a:latin typeface="Cambria Math" panose="02040503050406030204" pitchFamily="18" charset="0"/>
                            <a:ea typeface="Google Sans Text"/>
                          </a:rPr>
                        </m:ctrlPr>
                      </m:sSubSupPr>
                      <m:e>
                        <m:bar>
                          <m:barPr>
                            <m:pos m:val="top"/>
                            <m:ctrlPr>
                              <a:rPr kumimoji="0" lang="ja-JP" altLang="ja-JP" sz="2000" i="1" dirty="0">
                                <a:latin typeface="Cambria Math" panose="02040503050406030204" pitchFamily="18" charset="0"/>
                                <a:ea typeface="Google Sans Text"/>
                              </a:rPr>
                            </m:ctrlPr>
                          </m:barPr>
                          <m:e>
                            <m:r>
                              <a:rPr kumimoji="0" lang="ja-JP" altLang="ja-JP" sz="2000" i="1" dirty="0">
                                <a:latin typeface="Cambria Math" panose="02040503050406030204" pitchFamily="18" charset="0"/>
                                <a:ea typeface="Google Sans Text"/>
                              </a:rPr>
                              <m:t>𝛼</m:t>
                            </m:r>
                          </m:e>
                        </m:ba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𝑜</m:t>
                        </m:r>
                      </m:sup>
                    </m:sSubSup>
                    <m:r>
                      <a:rPr kumimoji="0" lang="ja-JP" altLang="en-US" i="1" dirty="0">
                        <a:latin typeface="Cambria Math" panose="02040503050406030204" pitchFamily="18" charset="0"/>
                        <a:ea typeface="Google Sans Text"/>
                      </a:rPr>
                      <m:t>を</m:t>
                    </m:r>
                  </m:oMath>
                </a14:m>
                <a:r>
                  <a:rPr lang="ja-JP" altLang="en-US" dirty="0"/>
                  <a:t>算出</a:t>
                </a:r>
                <a:endParaRPr lang="en-US" altLang="ja-JP" dirty="0"/>
              </a:p>
              <a:p>
                <a:pPr lvl="1"/>
                <a:endParaRPr lang="en-US" altLang="ja-JP" dirty="0"/>
              </a:p>
              <a:p>
                <a:pPr lvl="1"/>
                <a:endParaRPr lang="en-US" altLang="ja-JP" dirty="0"/>
              </a:p>
              <a:p>
                <a:pPr lvl="1"/>
                <a:r>
                  <a:rPr lang="ja-JP" altLang="en-US" dirty="0"/>
                  <a:t>中心極限定理を用いて</a:t>
                </a:r>
                <a14:m>
                  <m:oMath xmlns:m="http://schemas.openxmlformats.org/officeDocument/2006/math">
                    <m:sSubSup>
                      <m:sSubSupPr>
                        <m:ctrlPr>
                          <a:rPr kumimoji="0" lang="ja-JP" altLang="ja-JP" sz="2000" i="1" dirty="0" smtClean="0">
                            <a:latin typeface="Cambria Math" panose="02040503050406030204" pitchFamily="18" charset="0"/>
                            <a:ea typeface="Google Sans Text"/>
                          </a:rPr>
                        </m:ctrlPr>
                      </m:sSubSupPr>
                      <m:e>
                        <m:r>
                          <a:rPr kumimoji="0" lang="ja-JP" altLang="ja-JP" sz="2000" i="1" dirty="0">
                            <a:latin typeface="Cambria Math" panose="02040503050406030204" pitchFamily="18" charset="0"/>
                            <a:ea typeface="Google Sans Text"/>
                          </a:rPr>
                          <m:t>𝑣</m:t>
                        </m: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𝑜</m:t>
                        </m:r>
                      </m:sup>
                    </m:sSubSup>
                  </m:oMath>
                </a14:m>
                <a:r>
                  <a:rPr lang="ja-JP" altLang="en-US" dirty="0"/>
                  <a:t>を算出</a:t>
                </a:r>
                <a:endParaRPr lang="en-US" altLang="ja-JP" dirty="0"/>
              </a:p>
              <a:p>
                <a:pPr marL="512100" lvl="1" indent="0">
                  <a:buNone/>
                </a:pPr>
                <a:endParaRPr lang="en-US" altLang="ja-JP" dirty="0"/>
              </a:p>
              <a:p>
                <a:pPr lvl="1"/>
                <a:endParaRPr lang="en-US" altLang="ja-JP" sz="2400" dirty="0"/>
              </a:p>
              <a:p>
                <a:pPr marL="512100" lvl="1" indent="0">
                  <a:buNone/>
                </a:pPr>
                <a:endParaRPr lang="en-US" altLang="ja-JP" sz="2400" dirty="0"/>
              </a:p>
              <a:p>
                <a:pPr marL="512100" lvl="1" indent="0">
                  <a:buNone/>
                </a:pPr>
                <a:endParaRPr lang="en-US" altLang="ja-JP" sz="2400" dirty="0"/>
              </a:p>
              <a:p>
                <a:pPr marL="969300" lvl="1" indent="-457200">
                  <a:buFont typeface="+mj-lt"/>
                  <a:buAutoNum type="arabicPeriod"/>
                </a:pPr>
                <a:endParaRPr lang="en-US" altLang="ja-JP" dirty="0"/>
              </a:p>
            </p:txBody>
          </p:sp>
        </mc:Choice>
        <mc:Fallback>
          <p:sp>
            <p:nvSpPr>
              <p:cNvPr id="7" name="コンテンツ プレースホルダー 6">
                <a:extLst>
                  <a:ext uri="{FF2B5EF4-FFF2-40B4-BE49-F238E27FC236}">
                    <a16:creationId xmlns:a16="http://schemas.microsoft.com/office/drawing/2014/main" id="{D4467349-7499-1AA3-8480-A694303C9F29}"/>
                  </a:ext>
                </a:extLst>
              </p:cNvPr>
              <p:cNvSpPr>
                <a:spLocks noGrp="1" noRot="1" noChangeAspect="1" noMove="1" noResize="1" noEditPoints="1" noAdjustHandles="1" noChangeArrowheads="1" noChangeShapeType="1" noTextEdit="1"/>
              </p:cNvSpPr>
              <p:nvPr>
                <p:ph idx="10"/>
              </p:nvPr>
            </p:nvSpPr>
            <p:spPr>
              <a:xfrm>
                <a:off x="353999" y="981075"/>
                <a:ext cx="11483999" cy="5659934"/>
              </a:xfrm>
              <a:blipFill>
                <a:blip r:embed="rId2"/>
                <a:stretch>
                  <a:fillRect t="-215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004F76F-F2A0-3861-AF86-0F2D9B2F5008}"/>
                  </a:ext>
                </a:extLst>
              </p:cNvPr>
              <p:cNvSpPr>
                <a:spLocks noChangeArrowheads="1"/>
              </p:cNvSpPr>
              <p:nvPr/>
            </p:nvSpPr>
            <p:spPr bwMode="auto">
              <a:xfrm>
                <a:off x="3705225" y="2400624"/>
                <a:ext cx="4135235" cy="39940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𝑃</m:t>
                      </m:r>
                      <m:func>
                        <m:funcPr>
                          <m:ctrl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ctrlPr>
                        </m:funcPr>
                        <m:fName>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𝑟</m:t>
                          </m:r>
                        </m:fName>
                        <m:e>
                          <m:d>
                            <m:dPr>
                              <m:ctrl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ctrlPr>
                            </m:dPr>
                            <m:e>
                              <m:sSubSup>
                                <m:sSubSupPr>
                                  <m:ctrl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ctrlPr>
                                </m:sSubSupPr>
                                <m:e>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𝛼</m:t>
                                  </m:r>
                                </m:e>
                                <m:sub>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𝑖</m:t>
                                  </m:r>
                                </m:sub>
                                <m:sup>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𝑎</m:t>
                                  </m:r>
                                </m:sup>
                              </m:sSubSup>
                            </m:e>
                          </m:d>
                        </m:e>
                      </m:func>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m:t>
                      </m:r>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𝑁</m:t>
                      </m:r>
                      <m:d>
                        <m:dPr>
                          <m:ctrl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ctrlPr>
                        </m:dPr>
                        <m:e>
                          <m:sSubSup>
                            <m:sSubSupPr>
                              <m:ctrl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ctrlPr>
                            </m:sSubSupPr>
                            <m:e>
                              <m:bar>
                                <m:barPr>
                                  <m:pos m:val="top"/>
                                  <m:ctrl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ctrlPr>
                                </m:barPr>
                                <m:e>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𝛼</m:t>
                                  </m:r>
                                </m:e>
                              </m:bar>
                            </m:e>
                            <m:sub>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𝑖</m:t>
                              </m:r>
                            </m:sub>
                            <m:sup>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𝑜</m:t>
                              </m:r>
                            </m:sup>
                          </m:sSubSup>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m:t>
                          </m:r>
                          <m:sSubSup>
                            <m:sSubSupPr>
                              <m:ctrl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ctrlPr>
                            </m:sSubSupPr>
                            <m:e>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𝑣</m:t>
                              </m:r>
                            </m:e>
                            <m:sub>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𝑖</m:t>
                              </m:r>
                            </m:sub>
                            <m:sup>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𝑜</m:t>
                              </m:r>
                            </m:sup>
                          </m:sSubSup>
                        </m:e>
                      </m:d>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𝑃</m:t>
                      </m:r>
                      <m:func>
                        <m:funcPr>
                          <m:ctrl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ctrlPr>
                        </m:funcPr>
                        <m:fName>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𝑟</m:t>
                          </m:r>
                        </m:fName>
                        <m:e>
                          <m:d>
                            <m:dPr>
                              <m:ctrl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ctrlPr>
                            </m:dPr>
                            <m:e>
                              <m:sSubSup>
                                <m:sSubSupPr>
                                  <m:ctrl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ctrlPr>
                                </m:sSubSupPr>
                                <m:e>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𝛼</m:t>
                                  </m:r>
                                </m:e>
                                <m:sub>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𝑖</m:t>
                                  </m:r>
                                </m:sub>
                                <m:sup>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𝑏</m:t>
                                  </m:r>
                                </m:sup>
                              </m:sSubSup>
                            </m:e>
                          </m:d>
                        </m:e>
                      </m:func>
                      <m:r>
                        <m:rPr>
                          <m:lit/>
                        </m:r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m:t>
                      </m:r>
                      <m:r>
                        <m:rPr>
                          <m:nor/>
                        </m:rPr>
                        <a:rPr kumimoji="0" lang="ja-JP" altLang="ja-JP" sz="2000" b="0" i="0" u="none" strike="noStrike" cap="none" normalizeH="0" baseline="0" dirty="0" smtClean="0">
                          <a:ln>
                            <a:noFill/>
                          </a:ln>
                          <a:solidFill>
                            <a:schemeClr val="tx1"/>
                          </a:solidFill>
                          <a:effectLst/>
                          <a:latin typeface="Cambria Math" panose="02040503050406030204" pitchFamily="18" charset="0"/>
                          <a:ea typeface="Google Sans Text"/>
                        </a:rPr>
                        <m:t>norm</m:t>
                      </m:r>
                    </m:oMath>
                  </m:oMathPara>
                </a14:m>
                <a:endParaRPr/>
              </a:p>
            </p:txBody>
          </p:sp>
        </mc:Choice>
        <mc:Fallback xmlns="">
          <p:sp>
            <p:nvSpPr>
              <p:cNvPr id="4" name="Rectangle 3">
                <a:extLst>
                  <a:ext uri="{FF2B5EF4-FFF2-40B4-BE49-F238E27FC236}">
                    <a16:creationId xmlns:a16="http://schemas.microsoft.com/office/drawing/2014/main" id="{3004F76F-F2A0-3861-AF86-0F2D9B2F5008}"/>
                  </a:ext>
                </a:extLst>
              </p:cNvPr>
              <p:cNvSpPr>
                <a:spLocks noRot="1" noChangeAspect="1" noMove="1" noResize="1" noEditPoints="1" noAdjustHandles="1" noChangeArrowheads="1" noChangeShapeType="1" noTextEdit="1"/>
              </p:cNvSpPr>
              <p:nvPr/>
            </p:nvSpPr>
            <p:spPr bwMode="auto">
              <a:xfrm>
                <a:off x="3705225" y="2400624"/>
                <a:ext cx="4135235" cy="399405"/>
              </a:xfrm>
              <a:prstGeom prst="rect">
                <a:avLst/>
              </a:prstGeom>
              <a:blipFill>
                <a:blip r:embed="rId3"/>
                <a:stretch>
                  <a:fillRect t="-15385" r="-1770" b="-2153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11789420-B9CA-5BFE-9D01-2F2CB86B0456}"/>
                  </a:ext>
                </a:extLst>
              </p:cNvPr>
              <p:cNvSpPr>
                <a:spLocks noChangeArrowheads="1"/>
              </p:cNvSpPr>
              <p:nvPr/>
            </p:nvSpPr>
            <p:spPr bwMode="auto">
              <a:xfrm>
                <a:off x="3524250" y="3270263"/>
                <a:ext cx="5290807" cy="80675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lvl="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Sup>
                        <m:sSubSupPr>
                          <m:ctrlPr>
                            <a:rPr kumimoji="0" lang="ja-JP" altLang="ja-JP" sz="2000" i="1" dirty="0">
                              <a:latin typeface="Cambria Math" panose="02040503050406030204" pitchFamily="18" charset="0"/>
                              <a:ea typeface="Google Sans Text"/>
                            </a:rPr>
                          </m:ctrlPr>
                        </m:sSubSupPr>
                        <m:e>
                          <m:bar>
                            <m:barPr>
                              <m:pos m:val="top"/>
                              <m:ctrlPr>
                                <a:rPr kumimoji="0" lang="ja-JP" altLang="ja-JP" sz="2000" i="1" dirty="0">
                                  <a:latin typeface="Cambria Math" panose="02040503050406030204" pitchFamily="18" charset="0"/>
                                  <a:ea typeface="Google Sans Text"/>
                                </a:rPr>
                              </m:ctrlPr>
                            </m:barPr>
                            <m:e>
                              <m:r>
                                <a:rPr kumimoji="0" lang="ja-JP" altLang="ja-JP" sz="2000" i="1" dirty="0">
                                  <a:latin typeface="Cambria Math" panose="02040503050406030204" pitchFamily="18" charset="0"/>
                                  <a:ea typeface="Google Sans Text"/>
                                </a:rPr>
                                <m:t>𝛼</m:t>
                              </m:r>
                            </m:e>
                          </m:ba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𝑎</m:t>
                          </m:r>
                        </m:sup>
                      </m:sSubSup>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m:t>
                      </m:r>
                      <m:f>
                        <m:fPr>
                          <m:ctrlP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ctrlPr>
                        </m:fPr>
                        <m:num>
                          <m:sSubSup>
                            <m:sSubSupPr>
                              <m:ctrlPr>
                                <a:rPr kumimoji="0" lang="ja-JP" altLang="ja-JP" sz="2000" i="1" dirty="0">
                                  <a:latin typeface="Cambria Math" panose="02040503050406030204" pitchFamily="18" charset="0"/>
                                  <a:ea typeface="Google Sans Text"/>
                                </a:rPr>
                              </m:ctrlPr>
                            </m:sSubSupPr>
                            <m:e>
                              <m:r>
                                <a:rPr kumimoji="0" lang="ja-JP" altLang="ja-JP" sz="2000" i="1" dirty="0">
                                  <a:latin typeface="Cambria Math" panose="02040503050406030204" pitchFamily="18" charset="0"/>
                                  <a:ea typeface="Google Sans Text"/>
                                </a:rPr>
                                <m:t>𝑣</m:t>
                              </m: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𝑜</m:t>
                              </m:r>
                            </m:sup>
                          </m:sSubSup>
                          <m:sSubSup>
                            <m:sSubSupPr>
                              <m:ctrlPr>
                                <a:rPr kumimoji="0" lang="ja-JP" altLang="ja-JP" sz="2000" i="1" dirty="0" smtClean="0">
                                  <a:latin typeface="Cambria Math" panose="02040503050406030204" pitchFamily="18" charset="0"/>
                                  <a:ea typeface="Google Sans Text"/>
                                </a:rPr>
                              </m:ctrlPr>
                            </m:sSubSupPr>
                            <m:e>
                              <m:bar>
                                <m:barPr>
                                  <m:pos m:val="top"/>
                                  <m:ctrlPr>
                                    <a:rPr kumimoji="0" lang="ja-JP" altLang="ja-JP" sz="2000" i="1" dirty="0">
                                      <a:latin typeface="Cambria Math" panose="02040503050406030204" pitchFamily="18" charset="0"/>
                                      <a:ea typeface="Google Sans Text"/>
                                    </a:rPr>
                                  </m:ctrlPr>
                                </m:barPr>
                                <m:e>
                                  <m:r>
                                    <a:rPr kumimoji="0" lang="ja-JP" altLang="ja-JP" sz="2000" i="1" dirty="0">
                                      <a:latin typeface="Cambria Math" panose="02040503050406030204" pitchFamily="18" charset="0"/>
                                      <a:ea typeface="Google Sans Text"/>
                                    </a:rPr>
                                    <m:t>𝛼</m:t>
                                  </m:r>
                                </m:e>
                              </m:ba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𝑏</m:t>
                              </m:r>
                            </m:sup>
                          </m:sSubSup>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m:t>
                          </m:r>
                          <m:sSubSup>
                            <m:sSubSupPr>
                              <m:ctrlPr>
                                <a:rPr kumimoji="0" lang="ja-JP" altLang="ja-JP" sz="2000" i="1" dirty="0">
                                  <a:latin typeface="Cambria Math" panose="02040503050406030204" pitchFamily="18" charset="0"/>
                                  <a:ea typeface="Google Sans Text"/>
                                </a:rPr>
                              </m:ctrlPr>
                            </m:sSubSupPr>
                            <m:e>
                              <m:r>
                                <a:rPr kumimoji="0" lang="ja-JP" altLang="ja-JP" sz="2000" i="1" dirty="0">
                                  <a:latin typeface="Cambria Math" panose="02040503050406030204" pitchFamily="18" charset="0"/>
                                  <a:ea typeface="Google Sans Text"/>
                                </a:rPr>
                                <m:t>𝑣</m:t>
                              </m: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𝑏</m:t>
                              </m:r>
                            </m:sup>
                          </m:sSubSup>
                          <m:sSubSup>
                            <m:sSubSupPr>
                              <m:ctrlPr>
                                <a:rPr kumimoji="0" lang="ja-JP" altLang="ja-JP" sz="2000" i="1" dirty="0" smtClean="0">
                                  <a:latin typeface="Cambria Math" panose="02040503050406030204" pitchFamily="18" charset="0"/>
                                  <a:ea typeface="Google Sans Text"/>
                                </a:rPr>
                              </m:ctrlPr>
                            </m:sSubSupPr>
                            <m:e>
                              <m:bar>
                                <m:barPr>
                                  <m:pos m:val="top"/>
                                  <m:ctrlPr>
                                    <a:rPr kumimoji="0" lang="ja-JP" altLang="ja-JP" sz="2000" i="1" dirty="0">
                                      <a:latin typeface="Cambria Math" panose="02040503050406030204" pitchFamily="18" charset="0"/>
                                      <a:ea typeface="Google Sans Text"/>
                                    </a:rPr>
                                  </m:ctrlPr>
                                </m:barPr>
                                <m:e>
                                  <m:r>
                                    <a:rPr kumimoji="0" lang="ja-JP" altLang="ja-JP" sz="2000" i="1" dirty="0">
                                      <a:latin typeface="Cambria Math" panose="02040503050406030204" pitchFamily="18" charset="0"/>
                                      <a:ea typeface="Google Sans Text"/>
                                    </a:rPr>
                                    <m:t>𝛼</m:t>
                                  </m:r>
                                </m:e>
                              </m:ba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𝑜</m:t>
                              </m:r>
                            </m:sup>
                          </m:sSubSup>
                        </m:num>
                        <m:den>
                          <m:sSubSup>
                            <m:sSubSupPr>
                              <m:ctrlPr>
                                <a:rPr kumimoji="0" lang="ja-JP" altLang="ja-JP" sz="2000" i="1" dirty="0">
                                  <a:latin typeface="Cambria Math" panose="02040503050406030204" pitchFamily="18" charset="0"/>
                                  <a:ea typeface="Google Sans Text"/>
                                </a:rPr>
                              </m:ctrlPr>
                            </m:sSubSupPr>
                            <m:e>
                              <m:r>
                                <a:rPr kumimoji="0" lang="ja-JP" altLang="ja-JP" sz="2000" i="1" dirty="0">
                                  <a:latin typeface="Cambria Math" panose="02040503050406030204" pitchFamily="18" charset="0"/>
                                  <a:ea typeface="Google Sans Text"/>
                                </a:rPr>
                                <m:t>𝑣</m:t>
                              </m: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𝑏</m:t>
                              </m:r>
                            </m:sup>
                          </m:sSubSup>
                          <m:r>
                            <a:rPr kumimoji="0" lang="ja-JP" altLang="ja-JP" sz="2000" b="0" i="1" u="none" strike="noStrike" cap="none" normalizeH="0" baseline="0" dirty="0" smtClean="0">
                              <a:ln>
                                <a:noFill/>
                              </a:ln>
                              <a:solidFill>
                                <a:schemeClr val="tx1"/>
                              </a:solidFill>
                              <a:effectLst/>
                              <a:latin typeface="Cambria Math" panose="02040503050406030204" pitchFamily="18" charset="0"/>
                              <a:ea typeface="Google Sans Text"/>
                            </a:rPr>
                            <m:t>+</m:t>
                          </m:r>
                          <m:sSubSup>
                            <m:sSubSupPr>
                              <m:ctrlPr>
                                <a:rPr kumimoji="0" lang="ja-JP" altLang="ja-JP" sz="2000" i="1" dirty="0">
                                  <a:latin typeface="Cambria Math" panose="02040503050406030204" pitchFamily="18" charset="0"/>
                                  <a:ea typeface="Google Sans Text"/>
                                </a:rPr>
                              </m:ctrlPr>
                            </m:sSubSupPr>
                            <m:e>
                              <m:r>
                                <a:rPr kumimoji="0" lang="ja-JP" altLang="ja-JP" sz="2000" i="1" dirty="0">
                                  <a:latin typeface="Cambria Math" panose="02040503050406030204" pitchFamily="18" charset="0"/>
                                  <a:ea typeface="Google Sans Text"/>
                                </a:rPr>
                                <m:t>𝑣</m:t>
                              </m: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𝑜</m:t>
                              </m:r>
                            </m:sup>
                          </m:sSubSup>
                        </m:den>
                      </m:f>
                      <m:r>
                        <a:rPr kumimoji="0" lang="en-US" altLang="ja-JP" sz="2000" b="0" i="1" u="none" strike="noStrike" cap="none" normalizeH="0" baseline="0" dirty="0" smtClean="0">
                          <a:ln>
                            <a:noFill/>
                          </a:ln>
                          <a:solidFill>
                            <a:schemeClr val="tx1"/>
                          </a:solidFill>
                          <a:effectLst/>
                          <a:latin typeface="Cambria Math" panose="02040503050406030204" pitchFamily="18" charset="0"/>
                          <a:ea typeface="Google Sans Text"/>
                        </a:rPr>
                        <m:t>=</m:t>
                      </m:r>
                      <m:sSubSup>
                        <m:sSubSupPr>
                          <m:ctrlPr>
                            <a:rPr kumimoji="0" lang="ja-JP" altLang="ja-JP" sz="2000" i="1" dirty="0">
                              <a:latin typeface="Cambria Math" panose="02040503050406030204" pitchFamily="18" charset="0"/>
                              <a:ea typeface="Google Sans Text"/>
                            </a:rPr>
                          </m:ctrlPr>
                        </m:sSubSupPr>
                        <m:e>
                          <m:bar>
                            <m:barPr>
                              <m:pos m:val="top"/>
                              <m:ctrlPr>
                                <a:rPr kumimoji="0" lang="ja-JP" altLang="ja-JP" sz="2000" i="1" dirty="0">
                                  <a:latin typeface="Cambria Math" panose="02040503050406030204" pitchFamily="18" charset="0"/>
                                  <a:ea typeface="Google Sans Text"/>
                                </a:rPr>
                              </m:ctrlPr>
                            </m:barPr>
                            <m:e>
                              <m:r>
                                <a:rPr kumimoji="0" lang="ja-JP" altLang="ja-JP" sz="2000" i="1" dirty="0">
                                  <a:latin typeface="Cambria Math" panose="02040503050406030204" pitchFamily="18" charset="0"/>
                                  <a:ea typeface="Google Sans Text"/>
                                </a:rPr>
                                <m:t>𝛼</m:t>
                              </m:r>
                            </m:e>
                          </m:ba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𝑏</m:t>
                          </m:r>
                        </m:sup>
                      </m:sSubSup>
                      <m:r>
                        <a:rPr kumimoji="0" lang="ja-JP" altLang="ja-JP" sz="2000" i="1" dirty="0">
                          <a:latin typeface="Cambria Math" panose="02040503050406030204" pitchFamily="18" charset="0"/>
                          <a:ea typeface="Google Sans Text"/>
                        </a:rPr>
                        <m:t>+</m:t>
                      </m:r>
                      <m:f>
                        <m:fPr>
                          <m:ctrlPr>
                            <a:rPr kumimoji="0" lang="ja-JP" altLang="ja-JP" sz="2000" i="1" dirty="0">
                              <a:latin typeface="Cambria Math" panose="02040503050406030204" pitchFamily="18" charset="0"/>
                              <a:ea typeface="Google Sans Text"/>
                            </a:rPr>
                          </m:ctrlPr>
                        </m:fPr>
                        <m:num>
                          <m:sSubSup>
                            <m:sSubSupPr>
                              <m:ctrlPr>
                                <a:rPr kumimoji="0" lang="ja-JP" altLang="ja-JP" sz="2000" i="1" dirty="0">
                                  <a:latin typeface="Cambria Math" panose="02040503050406030204" pitchFamily="18" charset="0"/>
                                  <a:ea typeface="Google Sans Text"/>
                                </a:rPr>
                              </m:ctrlPr>
                            </m:sSubSupPr>
                            <m:e>
                              <m:r>
                                <a:rPr kumimoji="0" lang="ja-JP" altLang="ja-JP" sz="2000" i="1" dirty="0">
                                  <a:latin typeface="Cambria Math" panose="02040503050406030204" pitchFamily="18" charset="0"/>
                                  <a:ea typeface="Google Sans Text"/>
                                </a:rPr>
                                <m:t>𝑣</m:t>
                              </m: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𝑏</m:t>
                              </m:r>
                            </m:sup>
                          </m:sSubSup>
                        </m:num>
                        <m:den>
                          <m:sSubSup>
                            <m:sSubSupPr>
                              <m:ctrlPr>
                                <a:rPr kumimoji="0" lang="ja-JP" altLang="ja-JP" sz="2000" i="1" dirty="0">
                                  <a:latin typeface="Cambria Math" panose="02040503050406030204" pitchFamily="18" charset="0"/>
                                  <a:ea typeface="Google Sans Text"/>
                                </a:rPr>
                              </m:ctrlPr>
                            </m:sSubSupPr>
                            <m:e>
                              <m:r>
                                <a:rPr kumimoji="0" lang="ja-JP" altLang="ja-JP" sz="2000" i="1" dirty="0">
                                  <a:latin typeface="Cambria Math" panose="02040503050406030204" pitchFamily="18" charset="0"/>
                                  <a:ea typeface="Google Sans Text"/>
                                </a:rPr>
                                <m:t>𝑣</m:t>
                              </m: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𝑏</m:t>
                              </m:r>
                            </m:sup>
                          </m:sSubSup>
                          <m:r>
                            <a:rPr kumimoji="0" lang="ja-JP" altLang="ja-JP" sz="2000" i="1" dirty="0">
                              <a:latin typeface="Cambria Math" panose="02040503050406030204" pitchFamily="18" charset="0"/>
                              <a:ea typeface="Google Sans Text"/>
                            </a:rPr>
                            <m:t>+</m:t>
                          </m:r>
                          <m:sSubSup>
                            <m:sSubSupPr>
                              <m:ctrlPr>
                                <a:rPr kumimoji="0" lang="ja-JP" altLang="ja-JP" sz="2000" i="1" dirty="0">
                                  <a:latin typeface="Cambria Math" panose="02040503050406030204" pitchFamily="18" charset="0"/>
                                  <a:ea typeface="Google Sans Text"/>
                                </a:rPr>
                              </m:ctrlPr>
                            </m:sSubSupPr>
                            <m:e>
                              <m:r>
                                <a:rPr kumimoji="0" lang="ja-JP" altLang="ja-JP" sz="2000" i="1" dirty="0">
                                  <a:latin typeface="Cambria Math" panose="02040503050406030204" pitchFamily="18" charset="0"/>
                                  <a:ea typeface="Google Sans Text"/>
                                </a:rPr>
                                <m:t>𝑣</m:t>
                              </m: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𝑜</m:t>
                              </m:r>
                            </m:sup>
                          </m:sSubSup>
                        </m:den>
                      </m:f>
                      <m:d>
                        <m:dPr>
                          <m:ctrlPr>
                            <a:rPr kumimoji="0" lang="ja-JP" altLang="ja-JP" sz="2000" i="1" dirty="0">
                              <a:latin typeface="Cambria Math" panose="02040503050406030204" pitchFamily="18" charset="0"/>
                              <a:ea typeface="Google Sans Text"/>
                            </a:rPr>
                          </m:ctrlPr>
                        </m:dPr>
                        <m:e>
                          <m:sSubSup>
                            <m:sSubSupPr>
                              <m:ctrlPr>
                                <a:rPr kumimoji="0" lang="ja-JP" altLang="ja-JP" sz="2000" i="1" dirty="0">
                                  <a:latin typeface="Cambria Math" panose="02040503050406030204" pitchFamily="18" charset="0"/>
                                  <a:ea typeface="Google Sans Text"/>
                                </a:rPr>
                              </m:ctrlPr>
                            </m:sSubSupPr>
                            <m:e>
                              <m:bar>
                                <m:barPr>
                                  <m:pos m:val="top"/>
                                  <m:ctrlPr>
                                    <a:rPr kumimoji="0" lang="ja-JP" altLang="ja-JP" sz="2000" i="1" dirty="0">
                                      <a:latin typeface="Cambria Math" panose="02040503050406030204" pitchFamily="18" charset="0"/>
                                      <a:ea typeface="Google Sans Text"/>
                                    </a:rPr>
                                  </m:ctrlPr>
                                </m:barPr>
                                <m:e>
                                  <m:r>
                                    <a:rPr kumimoji="0" lang="ja-JP" altLang="ja-JP" sz="2000" i="1" dirty="0">
                                      <a:latin typeface="Cambria Math" panose="02040503050406030204" pitchFamily="18" charset="0"/>
                                      <a:ea typeface="Google Sans Text"/>
                                    </a:rPr>
                                    <m:t>𝛼</m:t>
                                  </m:r>
                                </m:e>
                              </m:ba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𝑜</m:t>
                              </m:r>
                            </m:sup>
                          </m:sSubSup>
                          <m:r>
                            <a:rPr kumimoji="0" lang="ja-JP" altLang="ja-JP" sz="2000" i="1" dirty="0">
                              <a:latin typeface="Cambria Math" panose="02040503050406030204" pitchFamily="18" charset="0"/>
                              <a:ea typeface="Google Sans Text"/>
                            </a:rPr>
                            <m:t>−</m:t>
                          </m:r>
                          <m:sSubSup>
                            <m:sSubSupPr>
                              <m:ctrlPr>
                                <a:rPr kumimoji="0" lang="ja-JP" altLang="ja-JP" sz="2000" i="1" dirty="0">
                                  <a:latin typeface="Cambria Math" panose="02040503050406030204" pitchFamily="18" charset="0"/>
                                  <a:ea typeface="Google Sans Text"/>
                                </a:rPr>
                              </m:ctrlPr>
                            </m:sSubSupPr>
                            <m:e>
                              <m:bar>
                                <m:barPr>
                                  <m:pos m:val="top"/>
                                  <m:ctrlPr>
                                    <a:rPr kumimoji="0" lang="ja-JP" altLang="ja-JP" sz="2000" i="1" dirty="0">
                                      <a:latin typeface="Cambria Math" panose="02040503050406030204" pitchFamily="18" charset="0"/>
                                      <a:ea typeface="Google Sans Text"/>
                                    </a:rPr>
                                  </m:ctrlPr>
                                </m:barPr>
                                <m:e>
                                  <m:r>
                                    <a:rPr kumimoji="0" lang="ja-JP" altLang="ja-JP" sz="2000" i="1" dirty="0">
                                      <a:latin typeface="Cambria Math" panose="02040503050406030204" pitchFamily="18" charset="0"/>
                                      <a:ea typeface="Google Sans Text"/>
                                    </a:rPr>
                                    <m:t>𝛼</m:t>
                                  </m:r>
                                </m:e>
                              </m:bar>
                            </m:e>
                            <m:sub>
                              <m:r>
                                <a:rPr kumimoji="0" lang="ja-JP" altLang="ja-JP" sz="2000" i="1" dirty="0">
                                  <a:latin typeface="Cambria Math" panose="02040503050406030204" pitchFamily="18" charset="0"/>
                                  <a:ea typeface="Google Sans Text"/>
                                </a:rPr>
                                <m:t>𝑖</m:t>
                              </m:r>
                            </m:sub>
                            <m:sup>
                              <m:r>
                                <a:rPr kumimoji="0" lang="ja-JP" altLang="ja-JP" sz="2000" i="1" dirty="0">
                                  <a:latin typeface="Cambria Math" panose="02040503050406030204" pitchFamily="18" charset="0"/>
                                  <a:ea typeface="Google Sans Text"/>
                                </a:rPr>
                                <m:t>𝑏</m:t>
                              </m:r>
                            </m:sup>
                          </m:sSubSup>
                        </m:e>
                      </m:d>
                    </m:oMath>
                  </m:oMathPara>
                </a14:m>
                <a:endParaRPr dirty="0"/>
              </a:p>
            </p:txBody>
          </p:sp>
        </mc:Choice>
        <mc:Fallback>
          <p:sp>
            <p:nvSpPr>
              <p:cNvPr id="5" name="Rectangle 4">
                <a:extLst>
                  <a:ext uri="{FF2B5EF4-FFF2-40B4-BE49-F238E27FC236}">
                    <a16:creationId xmlns:a16="http://schemas.microsoft.com/office/drawing/2014/main" id="{11789420-B9CA-5BFE-9D01-2F2CB86B0456}"/>
                  </a:ext>
                </a:extLst>
              </p:cNvPr>
              <p:cNvSpPr>
                <a:spLocks noRot="1" noChangeAspect="1" noMove="1" noResize="1" noEditPoints="1" noAdjustHandles="1" noChangeArrowheads="1" noChangeShapeType="1" noTextEdit="1"/>
              </p:cNvSpPr>
              <p:nvPr/>
            </p:nvSpPr>
            <p:spPr bwMode="auto">
              <a:xfrm>
                <a:off x="3524250" y="3270263"/>
                <a:ext cx="5290807" cy="806759"/>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AB6BB22E-A21E-4FD0-A782-36A8C1F65A02}"/>
                  </a:ext>
                </a:extLst>
              </p:cNvPr>
              <p:cNvSpPr>
                <a:spLocks noChangeArrowheads="1"/>
              </p:cNvSpPr>
              <p:nvPr/>
            </p:nvSpPr>
            <p:spPr bwMode="auto">
              <a:xfrm>
                <a:off x="1446593" y="4766052"/>
                <a:ext cx="2258632"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d>
                        <m:dPr>
                          <m:begChr m:val="⟨"/>
                          <m:endChr m:val="⟩"/>
                          <m:ctrlP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ctrlPr>
                        </m:dPr>
                        <m:e>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𝑑</m:t>
                          </m:r>
                          <m:sSup>
                            <m:sSupPr>
                              <m:ctrlP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ctrlPr>
                            </m:sSupPr>
                            <m:e>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𝑑</m:t>
                              </m:r>
                            </m:e>
                            <m:sup>
                              <m:r>
                                <a:rPr kumimoji="0" lang="en-US" altLang="ja-JP" sz="1800" b="0" i="1" u="none" strike="noStrike" cap="none" normalizeH="0" baseline="0" dirty="0" smtClean="0">
                                  <a:ln>
                                    <a:noFill/>
                                  </a:ln>
                                  <a:solidFill>
                                    <a:schemeClr val="tx1"/>
                                  </a:solidFill>
                                  <a:effectLst/>
                                  <a:latin typeface="Cambria Math" panose="02040503050406030204" pitchFamily="18" charset="0"/>
                                  <a:ea typeface="Google Sans Text"/>
                                </a:rPr>
                                <m:t>𝑇</m:t>
                              </m:r>
                            </m:sup>
                          </m:sSup>
                        </m:e>
                      </m:d>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 </m:t>
                      </m:r>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𝐻𝑃</m:t>
                      </m:r>
                      <m:sSup>
                        <m:sSupPr>
                          <m:ctrlP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ctrlPr>
                        </m:sSupPr>
                        <m:e>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𝐻</m:t>
                          </m:r>
                        </m:e>
                        <m:sup>
                          <m:r>
                            <a:rPr kumimoji="0" lang="en-US" altLang="ja-JP" sz="1800" b="0" i="1" u="none" strike="noStrike" cap="none" normalizeH="0" baseline="0" dirty="0" smtClean="0">
                              <a:ln>
                                <a:noFill/>
                              </a:ln>
                              <a:solidFill>
                                <a:schemeClr val="tx1"/>
                              </a:solidFill>
                              <a:effectLst/>
                              <a:latin typeface="Cambria Math" panose="02040503050406030204" pitchFamily="18" charset="0"/>
                              <a:ea typeface="Google Sans Text"/>
                            </a:rPr>
                            <m:t>𝑇</m:t>
                          </m:r>
                        </m:sup>
                      </m:sSup>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 </m:t>
                      </m:r>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𝑅</m:t>
                      </m:r>
                    </m:oMath>
                  </m:oMathPara>
                </a14:m>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mc:Choice>
        <mc:Fallback>
          <p:sp>
            <p:nvSpPr>
              <p:cNvPr id="2" name="Rectangle 1">
                <a:extLst>
                  <a:ext uri="{FF2B5EF4-FFF2-40B4-BE49-F238E27FC236}">
                    <a16:creationId xmlns:a16="http://schemas.microsoft.com/office/drawing/2014/main" id="{AB6BB22E-A21E-4FD0-A782-36A8C1F65A02}"/>
                  </a:ext>
                </a:extLst>
              </p:cNvPr>
              <p:cNvSpPr>
                <a:spLocks noRot="1" noChangeAspect="1" noMove="1" noResize="1" noEditPoints="1" noAdjustHandles="1" noChangeArrowheads="1" noChangeShapeType="1" noTextEdit="1"/>
              </p:cNvSpPr>
              <p:nvPr/>
            </p:nvSpPr>
            <p:spPr bwMode="auto">
              <a:xfrm>
                <a:off x="1446593" y="4766052"/>
                <a:ext cx="2258632" cy="323165"/>
              </a:xfrm>
              <a:prstGeom prst="rect">
                <a:avLst/>
              </a:prstGeom>
              <a:blipFill>
                <a:blip r:embed="rId5"/>
                <a:stretch>
                  <a:fillRect t="-188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ja-JP" altLang="en-US">
                    <a:noFill/>
                  </a:rPr>
                  <a:t> </a:t>
                </a:r>
              </a:p>
            </p:txBody>
          </p:sp>
        </mc:Fallback>
      </mc:AlternateContent>
      <p:pic>
        <p:nvPicPr>
          <p:cNvPr id="11" name="図 10">
            <a:extLst>
              <a:ext uri="{FF2B5EF4-FFF2-40B4-BE49-F238E27FC236}">
                <a16:creationId xmlns:a16="http://schemas.microsoft.com/office/drawing/2014/main" id="{B108DADB-8EF1-455B-AD51-5B14E673543A}"/>
              </a:ext>
            </a:extLst>
          </p:cNvPr>
          <p:cNvPicPr>
            <a:picLocks noChangeAspect="1"/>
          </p:cNvPicPr>
          <p:nvPr/>
        </p:nvPicPr>
        <p:blipFill>
          <a:blip r:embed="rId6"/>
          <a:stretch>
            <a:fillRect/>
          </a:stretch>
        </p:blipFill>
        <p:spPr>
          <a:xfrm>
            <a:off x="6303192" y="4591739"/>
            <a:ext cx="2332630" cy="720000"/>
          </a:xfrm>
          <a:prstGeom prst="rect">
            <a:avLst/>
          </a:prstGeom>
        </p:spPr>
      </p:pic>
      <p:pic>
        <p:nvPicPr>
          <p:cNvPr id="13" name="図 12">
            <a:extLst>
              <a:ext uri="{FF2B5EF4-FFF2-40B4-BE49-F238E27FC236}">
                <a16:creationId xmlns:a16="http://schemas.microsoft.com/office/drawing/2014/main" id="{5926C205-A311-48B8-A6AA-D3E8506ADAAD}"/>
              </a:ext>
            </a:extLst>
          </p:cNvPr>
          <p:cNvPicPr>
            <a:picLocks noChangeAspect="1"/>
          </p:cNvPicPr>
          <p:nvPr/>
        </p:nvPicPr>
        <p:blipFill>
          <a:blip r:embed="rId7"/>
          <a:stretch>
            <a:fillRect/>
          </a:stretch>
        </p:blipFill>
        <p:spPr>
          <a:xfrm>
            <a:off x="4132825" y="5916210"/>
            <a:ext cx="3529415" cy="900000"/>
          </a:xfrm>
          <a:prstGeom prst="rect">
            <a:avLst/>
          </a:prstGeom>
        </p:spPr>
      </p:pic>
      <mc:AlternateContent xmlns:mc="http://schemas.openxmlformats.org/markup-compatibility/2006">
        <mc:Choice xmlns:a14="http://schemas.microsoft.com/office/drawing/2010/main" Requires="a14">
          <p:sp>
            <p:nvSpPr>
              <p:cNvPr id="14" name="Rectangle 1">
                <a:extLst>
                  <a:ext uri="{FF2B5EF4-FFF2-40B4-BE49-F238E27FC236}">
                    <a16:creationId xmlns:a16="http://schemas.microsoft.com/office/drawing/2014/main" id="{EE772067-A49B-4EB7-9AD4-68CA4498E462}"/>
                  </a:ext>
                </a:extLst>
              </p:cNvPr>
              <p:cNvSpPr>
                <a:spLocks noChangeArrowheads="1"/>
              </p:cNvSpPr>
              <p:nvPr/>
            </p:nvSpPr>
            <p:spPr bwMode="auto">
              <a:xfrm>
                <a:off x="3837366" y="4766051"/>
                <a:ext cx="2391680" cy="3231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d>
                        <m:dPr>
                          <m:begChr m:val="⟨"/>
                          <m:endChr m:val="⟩"/>
                          <m:ctrlP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ctrlPr>
                        </m:dPr>
                        <m:e>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𝑑</m:t>
                          </m:r>
                          <m:sSup>
                            <m:sSupPr>
                              <m:ctrlP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ctrlPr>
                            </m:sSupPr>
                            <m:e>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𝑑</m:t>
                              </m:r>
                            </m:e>
                            <m:sup>
                              <m:r>
                                <a:rPr kumimoji="0" lang="en-US" altLang="ja-JP" sz="1800" b="0" i="1" u="none" strike="noStrike" cap="none" normalizeH="0" baseline="0" dirty="0" smtClean="0">
                                  <a:ln>
                                    <a:noFill/>
                                  </a:ln>
                                  <a:solidFill>
                                    <a:schemeClr val="tx1"/>
                                  </a:solidFill>
                                  <a:effectLst/>
                                  <a:latin typeface="Cambria Math" panose="02040503050406030204" pitchFamily="18" charset="0"/>
                                  <a:ea typeface="Google Sans Text"/>
                                </a:rPr>
                                <m:t>𝑇</m:t>
                              </m:r>
                            </m:sup>
                          </m:sSup>
                        </m:e>
                      </m:d>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 </m:t>
                      </m:r>
                      <m:r>
                        <m:rPr>
                          <m:sty m:val="p"/>
                        </m:rPr>
                        <a:rPr kumimoji="0" lang="en-US" altLang="ja-JP" i="1" dirty="0">
                          <a:latin typeface="Cambria Math" panose="02040503050406030204" pitchFamily="18" charset="0"/>
                          <a:ea typeface="Google Sans Text"/>
                        </a:rPr>
                        <m:t>α</m:t>
                      </m:r>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𝐻𝑃</m:t>
                      </m:r>
                      <m:sSup>
                        <m:sSupPr>
                          <m:ctrlP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ctrlPr>
                        </m:sSupPr>
                        <m:e>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𝐻</m:t>
                          </m:r>
                        </m:e>
                        <m:sup>
                          <m:r>
                            <a:rPr kumimoji="0" lang="en-US" altLang="ja-JP" sz="1800" b="0" i="1" u="none" strike="noStrike" cap="none" normalizeH="0" baseline="0" dirty="0" smtClean="0">
                              <a:ln>
                                <a:noFill/>
                              </a:ln>
                              <a:solidFill>
                                <a:schemeClr val="tx1"/>
                              </a:solidFill>
                              <a:effectLst/>
                              <a:latin typeface="Cambria Math" panose="02040503050406030204" pitchFamily="18" charset="0"/>
                              <a:ea typeface="Google Sans Text"/>
                            </a:rPr>
                            <m:t>𝑇</m:t>
                          </m:r>
                        </m:sup>
                      </m:sSup>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 </m:t>
                      </m:r>
                      <m:r>
                        <a:rPr kumimoji="0" lang="ja-JP" altLang="ja-JP" sz="1800" b="0" i="1" u="none" strike="noStrike" cap="none" normalizeH="0" baseline="0" dirty="0" smtClean="0">
                          <a:ln>
                            <a:noFill/>
                          </a:ln>
                          <a:solidFill>
                            <a:schemeClr val="tx1"/>
                          </a:solidFill>
                          <a:effectLst/>
                          <a:latin typeface="Cambria Math" panose="02040503050406030204" pitchFamily="18" charset="0"/>
                          <a:ea typeface="Google Sans Text"/>
                        </a:rPr>
                        <m:t>𝑅</m:t>
                      </m:r>
                    </m:oMath>
                  </m:oMathPara>
                </a14:m>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mc:Choice>
        <mc:Fallback>
          <p:sp>
            <p:nvSpPr>
              <p:cNvPr id="14" name="Rectangle 1">
                <a:extLst>
                  <a:ext uri="{FF2B5EF4-FFF2-40B4-BE49-F238E27FC236}">
                    <a16:creationId xmlns:a16="http://schemas.microsoft.com/office/drawing/2014/main" id="{EE772067-A49B-4EB7-9AD4-68CA4498E462}"/>
                  </a:ext>
                </a:extLst>
              </p:cNvPr>
              <p:cNvSpPr>
                <a:spLocks noRot="1" noChangeAspect="1" noMove="1" noResize="1" noEditPoints="1" noAdjustHandles="1" noChangeArrowheads="1" noChangeShapeType="1" noTextEdit="1"/>
              </p:cNvSpPr>
              <p:nvPr/>
            </p:nvSpPr>
            <p:spPr bwMode="auto">
              <a:xfrm>
                <a:off x="3837366" y="4766051"/>
                <a:ext cx="2391680" cy="323165"/>
              </a:xfrm>
              <a:prstGeom prst="rect">
                <a:avLst/>
              </a:prstGeom>
              <a:blipFill>
                <a:blip r:embed="rId8"/>
                <a:stretch>
                  <a:fillRect t="-188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ja-JP" altLang="en-US">
                    <a:noFill/>
                  </a:rPr>
                  <a:t> </a:t>
                </a:r>
              </a:p>
            </p:txBody>
          </p:sp>
        </mc:Fallback>
      </mc:AlternateContent>
    </p:spTree>
    <p:extLst>
      <p:ext uri="{BB962C8B-B14F-4D97-AF65-F5344CB8AC3E}">
        <p14:creationId xmlns:p14="http://schemas.microsoft.com/office/powerpoint/2010/main" val="3237779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31C9F-35A0-B840-1505-7E5E4C411D04}"/>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1B4A2B83-A671-4AF2-B27C-DD6F1C1C06BF}"/>
              </a:ext>
            </a:extLst>
          </p:cNvPr>
          <p:cNvSpPr>
            <a:spLocks noGrp="1"/>
          </p:cNvSpPr>
          <p:nvPr>
            <p:ph type="title"/>
          </p:nvPr>
        </p:nvSpPr>
        <p:spPr/>
        <p:txBody>
          <a:bodyPr/>
          <a:lstStyle/>
          <a:p>
            <a:r>
              <a:rPr lang="ja-JP" altLang="en-US" dirty="0"/>
              <a:t>検証実験</a:t>
            </a:r>
            <a:endParaRPr kumimoji="1" lang="ja-JP" altLang="en-US" dirty="0"/>
          </a:p>
        </p:txBody>
      </p:sp>
      <mc:AlternateContent xmlns:mc="http://schemas.openxmlformats.org/markup-compatibility/2006" xmlns:a14="http://schemas.microsoft.com/office/drawing/2010/main">
        <mc:Choice Requires="a14">
          <p:sp>
            <p:nvSpPr>
              <p:cNvPr id="7" name="コンテンツ プレースホルダー 6">
                <a:extLst>
                  <a:ext uri="{FF2B5EF4-FFF2-40B4-BE49-F238E27FC236}">
                    <a16:creationId xmlns:a16="http://schemas.microsoft.com/office/drawing/2014/main" id="{2FBD2164-7476-4422-50E2-93444D1102BB}"/>
                  </a:ext>
                </a:extLst>
              </p:cNvPr>
              <p:cNvSpPr>
                <a:spLocks noGrp="1"/>
              </p:cNvSpPr>
              <p:nvPr>
                <p:ph idx="10"/>
              </p:nvPr>
            </p:nvSpPr>
            <p:spPr>
              <a:xfrm>
                <a:off x="353999" y="981075"/>
                <a:ext cx="11483999" cy="5659934"/>
              </a:xfrm>
            </p:spPr>
            <p:txBody>
              <a:bodyPr>
                <a:normAutofit/>
              </a:bodyPr>
              <a:lstStyle/>
              <a:p>
                <a:pPr lvl="1"/>
                <a:r>
                  <a:rPr lang="en-US" altLang="ja-JP" sz="2400" dirty="0"/>
                  <a:t>Miyoshi(2011)</a:t>
                </a:r>
                <a:r>
                  <a:rPr lang="ja-JP" altLang="en-US" sz="2400" dirty="0"/>
                  <a:t>と同様に</a:t>
                </a:r>
                <a:r>
                  <a:rPr lang="en-US" altLang="ja-JP" sz="2400" dirty="0"/>
                  <a:t>LETKF</a:t>
                </a:r>
                <a:r>
                  <a:rPr lang="ja-JP" altLang="en-US" sz="2400" dirty="0"/>
                  <a:t>に動的共分散膨張を取り入れた場合の実験を行った</a:t>
                </a:r>
                <a:endParaRPr lang="en-US" altLang="ja-JP" sz="2400" dirty="0"/>
              </a:p>
              <a:p>
                <a:pPr marL="512100" lvl="1" indent="0">
                  <a:buNone/>
                </a:pPr>
                <a:r>
                  <a:rPr lang="en-US" altLang="ja-JP" sz="2400" dirty="0"/>
                  <a:t>&lt;</a:t>
                </a:r>
                <a:r>
                  <a:rPr lang="ja-JP" altLang="en-US" sz="2400" dirty="0"/>
                  <a:t>実験設定</a:t>
                </a:r>
                <a:r>
                  <a:rPr lang="en-US" altLang="ja-JP" sz="2400" dirty="0"/>
                  <a:t>&gt;</a:t>
                </a:r>
              </a:p>
              <a:p>
                <a:pPr lvl="1"/>
                <a:r>
                  <a:rPr lang="ja-JP" altLang="en-US" sz="2400" dirty="0"/>
                  <a:t>状態変数：</a:t>
                </a:r>
                <a:r>
                  <a:rPr lang="en-US" altLang="ja-JP" sz="2400" dirty="0"/>
                  <a:t>40</a:t>
                </a:r>
                <a:r>
                  <a:rPr lang="ja-JP" altLang="en-US" sz="2400" dirty="0"/>
                  <a:t>地点</a:t>
                </a:r>
                <a:endParaRPr lang="en-US" altLang="ja-JP" sz="2400" dirty="0"/>
              </a:p>
              <a:p>
                <a:pPr lvl="1"/>
                <a:r>
                  <a:rPr lang="ja-JP" altLang="en-US" sz="2400" dirty="0"/>
                  <a:t>観測地点数：</a:t>
                </a:r>
                <a:r>
                  <a:rPr lang="en-US" altLang="ja-JP" sz="2400" dirty="0"/>
                  <a:t>20</a:t>
                </a:r>
                <a:r>
                  <a:rPr lang="ja-JP" altLang="en-US" sz="2400" dirty="0"/>
                  <a:t>地点</a:t>
                </a:r>
                <a:br>
                  <a:rPr lang="en-US" altLang="ja-JP" sz="2400" dirty="0"/>
                </a:br>
                <a:r>
                  <a:rPr lang="en-US" altLang="ja-JP" sz="2400" dirty="0"/>
                  <a:t>(</a:t>
                </a:r>
                <a:r>
                  <a:rPr lang="ja-JP" altLang="en-US" sz="2400" dirty="0"/>
                  <a:t>インデックス</a:t>
                </a:r>
                <a:r>
                  <a:rPr lang="en-US" altLang="ja-JP" sz="2400" dirty="0"/>
                  <a:t>0~19</a:t>
                </a:r>
                <a:r>
                  <a:rPr lang="ja-JP" altLang="en-US" sz="2400" dirty="0"/>
                  <a:t>を観測ありの陸域、インデックス</a:t>
                </a:r>
                <a:r>
                  <a:rPr lang="en-US" altLang="ja-JP" sz="2400" dirty="0"/>
                  <a:t>20~39</a:t>
                </a:r>
                <a:r>
                  <a:rPr lang="ja-JP" altLang="en-US" sz="2400" dirty="0"/>
                  <a:t>を観測無し海域とした</a:t>
                </a:r>
                <a:r>
                  <a:rPr lang="en-US" altLang="ja-JP" sz="2400" dirty="0"/>
                  <a:t>)</a:t>
                </a:r>
              </a:p>
              <a:p>
                <a:pPr lvl="1"/>
                <a:r>
                  <a:rPr lang="ja-JP" altLang="en-US" sz="2400" dirty="0"/>
                  <a:t>期間：</a:t>
                </a:r>
                <a:r>
                  <a:rPr lang="en-US" altLang="ja-JP" sz="2400" dirty="0"/>
                  <a:t>110</a:t>
                </a:r>
                <a:r>
                  <a:rPr lang="ja-JP" altLang="en-US" sz="2400" dirty="0"/>
                  <a:t>年</a:t>
                </a:r>
                <a:r>
                  <a:rPr lang="en-US" altLang="ja-JP" sz="2400" dirty="0"/>
                  <a:t>(</a:t>
                </a:r>
                <a:r>
                  <a:rPr lang="ja-JP" altLang="en-US" sz="2400" dirty="0"/>
                  <a:t>スピンアップ期間</a:t>
                </a:r>
                <a:r>
                  <a:rPr lang="en-US" altLang="ja-JP" sz="2400" dirty="0"/>
                  <a:t>10</a:t>
                </a:r>
                <a:r>
                  <a:rPr lang="ja-JP" altLang="en-US" sz="2400" dirty="0"/>
                  <a:t>年</a:t>
                </a:r>
                <a:r>
                  <a:rPr lang="en-US" altLang="ja-JP" sz="2400" dirty="0"/>
                  <a:t>)</a:t>
                </a:r>
              </a:p>
              <a:p>
                <a:pPr lvl="1"/>
                <a:r>
                  <a:rPr lang="ja-JP" altLang="en-US" sz="2400" dirty="0"/>
                  <a:t>インフレーションを</a:t>
                </a:r>
                <a:r>
                  <a:rPr lang="en-US" altLang="ja-JP" sz="2400" dirty="0"/>
                  <a:t>1.5%</a:t>
                </a:r>
                <a:r>
                  <a:rPr lang="ja-JP" altLang="en-US" sz="2400" dirty="0"/>
                  <a:t>で固定した結果と事前分布の分散パラメーター</a:t>
                </a:r>
                <a14:m>
                  <m:oMath xmlns:m="http://schemas.openxmlformats.org/officeDocument/2006/math">
                    <m:sSubSup>
                      <m:sSubSupPr>
                        <m:ctrlPr>
                          <a:rPr lang="en-US" altLang="ja-JP" sz="2400" i="1" dirty="0" smtClean="0">
                            <a:latin typeface="Cambria Math" panose="02040503050406030204" pitchFamily="18" charset="0"/>
                          </a:rPr>
                        </m:ctrlPr>
                      </m:sSubSupPr>
                      <m:e>
                        <m:r>
                          <a:rPr lang="en-US" altLang="ja-JP" sz="2400" i="1" dirty="0" smtClean="0">
                            <a:latin typeface="Cambria Math" panose="02040503050406030204" pitchFamily="18" charset="0"/>
                          </a:rPr>
                          <m:t>𝑣</m:t>
                        </m:r>
                      </m:e>
                      <m:sub>
                        <m:r>
                          <a:rPr lang="en-US" altLang="ja-JP" sz="2400" i="1" dirty="0" smtClean="0">
                            <a:latin typeface="Cambria Math" panose="02040503050406030204" pitchFamily="18" charset="0"/>
                          </a:rPr>
                          <m:t>𝑖</m:t>
                        </m:r>
                      </m:sub>
                      <m:sup>
                        <m:r>
                          <a:rPr lang="en-US" altLang="ja-JP" sz="2400" i="1" dirty="0" smtClean="0">
                            <a:latin typeface="Cambria Math" panose="02040503050406030204" pitchFamily="18" charset="0"/>
                          </a:rPr>
                          <m:t>𝑏</m:t>
                        </m:r>
                      </m:sup>
                    </m:sSubSup>
                  </m:oMath>
                </a14:m>
                <a:r>
                  <a:rPr lang="ja-JP" altLang="en-US" sz="2400" dirty="0"/>
                  <a:t>を</a:t>
                </a:r>
                <a:br>
                  <a:rPr lang="en-US" altLang="ja-JP" sz="2400" dirty="0"/>
                </a:br>
                <a14:m>
                  <m:oMath xmlns:m="http://schemas.openxmlformats.org/officeDocument/2006/math">
                    <m:sSup>
                      <m:sSupPr>
                        <m:ctrlPr>
                          <a:rPr lang="en-US" altLang="ja-JP" sz="2400" i="1" dirty="0" smtClean="0">
                            <a:latin typeface="Cambria Math" panose="02040503050406030204" pitchFamily="18" charset="0"/>
                          </a:rPr>
                        </m:ctrlPr>
                      </m:sSupPr>
                      <m:e>
                        <m:r>
                          <a:rPr lang="en-US" altLang="ja-JP" sz="2400" i="1" dirty="0" smtClean="0">
                            <a:latin typeface="Cambria Math" panose="02040503050406030204" pitchFamily="18" charset="0"/>
                          </a:rPr>
                          <m:t>0.01</m:t>
                        </m:r>
                      </m:e>
                      <m:sup>
                        <m:r>
                          <a:rPr lang="en-US" altLang="ja-JP" sz="2400" i="1" dirty="0" smtClean="0">
                            <a:latin typeface="Cambria Math" panose="02040503050406030204" pitchFamily="18" charset="0"/>
                          </a:rPr>
                          <m:t>2</m:t>
                        </m:r>
                      </m:sup>
                    </m:sSup>
                    <m:r>
                      <a:rPr lang="en-US" altLang="ja-JP" sz="2400" i="1" dirty="0" smtClean="0">
                        <a:latin typeface="Cambria Math" panose="02040503050406030204" pitchFamily="18" charset="0"/>
                      </a:rPr>
                      <m:t>,</m:t>
                    </m:r>
                    <m:sSup>
                      <m:sSupPr>
                        <m:ctrlPr>
                          <a:rPr lang="en-US" altLang="ja-JP" sz="2400" i="1" dirty="0" smtClean="0">
                            <a:latin typeface="Cambria Math" panose="02040503050406030204" pitchFamily="18" charset="0"/>
                          </a:rPr>
                        </m:ctrlPr>
                      </m:sSupPr>
                      <m:e>
                        <m:r>
                          <a:rPr lang="en-US" altLang="ja-JP" sz="2400" i="1" dirty="0" smtClean="0">
                            <a:latin typeface="Cambria Math" panose="02040503050406030204" pitchFamily="18" charset="0"/>
                          </a:rPr>
                          <m:t>0.02</m:t>
                        </m:r>
                      </m:e>
                      <m:sup>
                        <m:r>
                          <a:rPr lang="en-US" altLang="ja-JP" sz="2400" i="1" dirty="0" smtClean="0">
                            <a:latin typeface="Cambria Math" panose="02040503050406030204" pitchFamily="18" charset="0"/>
                          </a:rPr>
                          <m:t>2</m:t>
                        </m:r>
                      </m:sup>
                    </m:sSup>
                    <m:r>
                      <a:rPr lang="en-US" altLang="ja-JP" sz="2400" i="1" dirty="0" smtClean="0">
                        <a:latin typeface="Cambria Math" panose="02040503050406030204" pitchFamily="18" charset="0"/>
                      </a:rPr>
                      <m:t>,</m:t>
                    </m:r>
                    <m:sSup>
                      <m:sSupPr>
                        <m:ctrlPr>
                          <a:rPr lang="en-US" altLang="ja-JP" sz="2400" i="1" dirty="0" smtClean="0">
                            <a:latin typeface="Cambria Math" panose="02040503050406030204" pitchFamily="18" charset="0"/>
                          </a:rPr>
                        </m:ctrlPr>
                      </m:sSupPr>
                      <m:e>
                        <m:r>
                          <a:rPr lang="en-US" altLang="ja-JP" sz="2400" i="1" dirty="0" smtClean="0">
                            <a:latin typeface="Cambria Math" panose="02040503050406030204" pitchFamily="18" charset="0"/>
                          </a:rPr>
                          <m:t>0.04</m:t>
                        </m:r>
                      </m:e>
                      <m:sup>
                        <m:r>
                          <a:rPr lang="en-US" altLang="ja-JP" sz="2400" i="1" dirty="0" smtClean="0">
                            <a:latin typeface="Cambria Math" panose="02040503050406030204" pitchFamily="18" charset="0"/>
                          </a:rPr>
                          <m:t>2</m:t>
                        </m:r>
                      </m:sup>
                    </m:sSup>
                    <m:r>
                      <a:rPr lang="en-US" altLang="ja-JP" sz="2400" i="1" dirty="0" smtClean="0">
                        <a:latin typeface="Cambria Math" panose="02040503050406030204" pitchFamily="18" charset="0"/>
                      </a:rPr>
                      <m:t>,</m:t>
                    </m:r>
                    <m:sSup>
                      <m:sSupPr>
                        <m:ctrlPr>
                          <a:rPr lang="en-US" altLang="ja-JP" sz="2400" i="1" dirty="0" smtClean="0">
                            <a:latin typeface="Cambria Math" panose="02040503050406030204" pitchFamily="18" charset="0"/>
                          </a:rPr>
                        </m:ctrlPr>
                      </m:sSupPr>
                      <m:e>
                        <m:r>
                          <a:rPr lang="en-US" altLang="ja-JP" sz="2400" i="1" dirty="0" smtClean="0">
                            <a:latin typeface="Cambria Math" panose="02040503050406030204" pitchFamily="18" charset="0"/>
                          </a:rPr>
                          <m:t>0.08</m:t>
                        </m:r>
                      </m:e>
                      <m:sup>
                        <m:r>
                          <a:rPr lang="en-US" altLang="ja-JP" sz="2400" i="1" dirty="0" smtClean="0">
                            <a:latin typeface="Cambria Math" panose="02040503050406030204" pitchFamily="18" charset="0"/>
                          </a:rPr>
                          <m:t>2</m:t>
                        </m:r>
                      </m:sup>
                    </m:sSup>
                  </m:oMath>
                </a14:m>
                <a:r>
                  <a:rPr lang="ja-JP" altLang="en-US" sz="2400" dirty="0"/>
                  <a:t>と設定した結果を比較</a:t>
                </a:r>
                <a:endParaRPr lang="en-US" altLang="ja-JP" sz="2400" dirty="0"/>
              </a:p>
            </p:txBody>
          </p:sp>
        </mc:Choice>
        <mc:Fallback xmlns="">
          <p:sp>
            <p:nvSpPr>
              <p:cNvPr id="7" name="コンテンツ プレースホルダー 6">
                <a:extLst>
                  <a:ext uri="{FF2B5EF4-FFF2-40B4-BE49-F238E27FC236}">
                    <a16:creationId xmlns:a16="http://schemas.microsoft.com/office/drawing/2014/main" id="{2FBD2164-7476-4422-50E2-93444D1102BB}"/>
                  </a:ext>
                </a:extLst>
              </p:cNvPr>
              <p:cNvSpPr>
                <a:spLocks noGrp="1" noRot="1" noChangeAspect="1" noMove="1" noResize="1" noEditPoints="1" noAdjustHandles="1" noChangeArrowheads="1" noChangeShapeType="1" noTextEdit="1"/>
              </p:cNvSpPr>
              <p:nvPr>
                <p:ph idx="10"/>
              </p:nvPr>
            </p:nvSpPr>
            <p:spPr>
              <a:xfrm>
                <a:off x="353999" y="981075"/>
                <a:ext cx="11483999" cy="5659934"/>
              </a:xfrm>
              <a:blipFill>
                <a:blip r:embed="rId2"/>
                <a:stretch>
                  <a:fillRect t="-2155" r="-79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71392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549E9-6153-7E6C-7077-83BE730D41F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B70F60E9-D917-6796-8416-C8BFB0B37724}"/>
              </a:ext>
            </a:extLst>
          </p:cNvPr>
          <p:cNvSpPr>
            <a:spLocks noGrp="1"/>
          </p:cNvSpPr>
          <p:nvPr>
            <p:ph type="title"/>
          </p:nvPr>
        </p:nvSpPr>
        <p:spPr/>
        <p:txBody>
          <a:bodyPr/>
          <a:lstStyle/>
          <a:p>
            <a:r>
              <a:rPr kumimoji="1" lang="ja-JP" altLang="en-US" dirty="0"/>
              <a:t>結果</a:t>
            </a:r>
          </a:p>
        </p:txBody>
      </p:sp>
      <p:pic>
        <p:nvPicPr>
          <p:cNvPr id="3" name="図 2" descr="グラフ&#10;&#10;AI 生成コンテンツは誤りを含む可能性があります。">
            <a:extLst>
              <a:ext uri="{FF2B5EF4-FFF2-40B4-BE49-F238E27FC236}">
                <a16:creationId xmlns:a16="http://schemas.microsoft.com/office/drawing/2014/main" id="{37CCBB4B-7AEA-3CF2-412B-1305972F0747}"/>
              </a:ext>
            </a:extLst>
          </p:cNvPr>
          <p:cNvPicPr>
            <a:picLocks noChangeAspect="1"/>
          </p:cNvPicPr>
          <p:nvPr/>
        </p:nvPicPr>
        <p:blipFill>
          <a:blip r:embed="rId3"/>
          <a:stretch>
            <a:fillRect/>
          </a:stretch>
        </p:blipFill>
        <p:spPr>
          <a:xfrm>
            <a:off x="514373" y="981075"/>
            <a:ext cx="5318813" cy="2880000"/>
          </a:xfrm>
          <a:prstGeom prst="rect">
            <a:avLst/>
          </a:prstGeom>
        </p:spPr>
      </p:pic>
      <p:pic>
        <p:nvPicPr>
          <p:cNvPr id="5" name="図 4" descr="グラフ, ヒストグラム&#10;&#10;AI 生成コンテンツは誤りを含む可能性があります。">
            <a:extLst>
              <a:ext uri="{FF2B5EF4-FFF2-40B4-BE49-F238E27FC236}">
                <a16:creationId xmlns:a16="http://schemas.microsoft.com/office/drawing/2014/main" id="{68EB7610-B709-482C-9DCD-1591A7C345E4}"/>
              </a:ext>
            </a:extLst>
          </p:cNvPr>
          <p:cNvPicPr>
            <a:picLocks noChangeAspect="1"/>
          </p:cNvPicPr>
          <p:nvPr/>
        </p:nvPicPr>
        <p:blipFill>
          <a:blip r:embed="rId4"/>
          <a:stretch>
            <a:fillRect/>
          </a:stretch>
        </p:blipFill>
        <p:spPr>
          <a:xfrm>
            <a:off x="6358816" y="981075"/>
            <a:ext cx="5318813" cy="2880000"/>
          </a:xfrm>
          <a:prstGeom prst="rect">
            <a:avLst/>
          </a:prstGeom>
        </p:spPr>
      </p:pic>
      <p:pic>
        <p:nvPicPr>
          <p:cNvPr id="9" name="コンテンツ プレースホルダー 8" descr="テーブル&#10;&#10;AI 生成コンテンツは誤りを含む可能性があります。">
            <a:extLst>
              <a:ext uri="{FF2B5EF4-FFF2-40B4-BE49-F238E27FC236}">
                <a16:creationId xmlns:a16="http://schemas.microsoft.com/office/drawing/2014/main" id="{68AD195F-06F9-3899-67C6-4D40683FD3B8}"/>
              </a:ext>
            </a:extLst>
          </p:cNvPr>
          <p:cNvPicPr>
            <a:picLocks noGrp="1" noChangeAspect="1"/>
          </p:cNvPicPr>
          <p:nvPr>
            <p:ph idx="10"/>
          </p:nvPr>
        </p:nvPicPr>
        <p:blipFill>
          <a:blip r:embed="rId5"/>
          <a:stretch>
            <a:fillRect/>
          </a:stretch>
        </p:blipFill>
        <p:spPr>
          <a:xfrm>
            <a:off x="4953972" y="1210429"/>
            <a:ext cx="695422" cy="571580"/>
          </a:xfrm>
          <a:prstGeom prst="rect">
            <a:avLst/>
          </a:prstGeom>
        </p:spPr>
      </p:pic>
      <p:pic>
        <p:nvPicPr>
          <p:cNvPr id="13" name="図 12" descr="グラフ&#10;&#10;AI 生成コンテンツは誤りを含む可能性があります。">
            <a:extLst>
              <a:ext uri="{FF2B5EF4-FFF2-40B4-BE49-F238E27FC236}">
                <a16:creationId xmlns:a16="http://schemas.microsoft.com/office/drawing/2014/main" id="{CA671A46-9BD4-7BC3-95E9-D445C0A57597}"/>
              </a:ext>
            </a:extLst>
          </p:cNvPr>
          <p:cNvPicPr>
            <a:picLocks noChangeAspect="1"/>
          </p:cNvPicPr>
          <p:nvPr/>
        </p:nvPicPr>
        <p:blipFill>
          <a:blip r:embed="rId6"/>
          <a:stretch>
            <a:fillRect/>
          </a:stretch>
        </p:blipFill>
        <p:spPr>
          <a:xfrm>
            <a:off x="2877584" y="3798000"/>
            <a:ext cx="6711767" cy="3060000"/>
          </a:xfrm>
          <a:prstGeom prst="rect">
            <a:avLst/>
          </a:prstGeom>
        </p:spPr>
      </p:pic>
    </p:spTree>
    <p:extLst>
      <p:ext uri="{BB962C8B-B14F-4D97-AF65-F5344CB8AC3E}">
        <p14:creationId xmlns:p14="http://schemas.microsoft.com/office/powerpoint/2010/main" val="238018984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221261F4266C2947BAC7DA7007E5ACA4" ma:contentTypeVersion="10" ma:contentTypeDescription="新しいドキュメントを作成します。" ma:contentTypeScope="" ma:versionID="9d1228c7a8386f6a0004f8af0a6854fa">
  <xsd:schema xmlns:xsd="http://www.w3.org/2001/XMLSchema" xmlns:xs="http://www.w3.org/2001/XMLSchema" xmlns:p="http://schemas.microsoft.com/office/2006/metadata/properties" xmlns:ns3="f76998ab-17a9-4c66-a612-e2936be82fb4" targetNamespace="http://schemas.microsoft.com/office/2006/metadata/properties" ma:root="true" ma:fieldsID="38dcdd6fd8975d2f0dc51c80b8f88e2d" ns3:_="">
    <xsd:import namespace="f76998ab-17a9-4c66-a612-e2936be82fb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6998ab-17a9-4c66-a612-e2936be82fb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76998ab-17a9-4c66-a612-e2936be82fb4" xsi:nil="true"/>
  </documentManagement>
</p:properties>
</file>

<file path=customXml/itemProps1.xml><?xml version="1.0" encoding="utf-8"?>
<ds:datastoreItem xmlns:ds="http://schemas.openxmlformats.org/officeDocument/2006/customXml" ds:itemID="{3818A340-2B06-4DF1-B7FD-14D3E87882BB}">
  <ds:schemaRefs>
    <ds:schemaRef ds:uri="http://schemas.microsoft.com/sharepoint/v3/contenttype/forms"/>
  </ds:schemaRefs>
</ds:datastoreItem>
</file>

<file path=customXml/itemProps2.xml><?xml version="1.0" encoding="utf-8"?>
<ds:datastoreItem xmlns:ds="http://schemas.openxmlformats.org/officeDocument/2006/customXml" ds:itemID="{72D95172-0A41-4E70-9B5D-475EA97030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6998ab-17a9-4c66-a612-e2936be82f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60202D9-7881-4613-B3CC-5270177D55C2}">
  <ds:schemaRefs>
    <ds:schemaRef ds:uri="http://purl.org/dc/terms/"/>
    <ds:schemaRef ds:uri="http://schemas.microsoft.com/office/infopath/2007/PartnerControls"/>
    <ds:schemaRef ds:uri="http://schemas.openxmlformats.org/package/2006/metadata/core-properties"/>
    <ds:schemaRef ds:uri="http://schemas.microsoft.com/office/2006/documentManagement/types"/>
    <ds:schemaRef ds:uri="http://purl.org/dc/elements/1.1/"/>
    <ds:schemaRef ds:uri="f76998ab-17a9-4c66-a612-e2936be82fb4"/>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196</TotalTime>
  <Words>339</Words>
  <Application>Microsoft Office PowerPoint</Application>
  <PresentationFormat>ワイド画面</PresentationFormat>
  <Paragraphs>43</Paragraphs>
  <Slides>5</Slides>
  <Notes>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游ゴシック</vt:lpstr>
      <vt:lpstr>游ゴシック Light</vt:lpstr>
      <vt:lpstr>Arial</vt:lpstr>
      <vt:lpstr>Cambria Math</vt:lpstr>
      <vt:lpstr>Segoe UI</vt:lpstr>
      <vt:lpstr>Office テーマ</vt:lpstr>
      <vt:lpstr>地球観測社会システム 第11回経過報告</vt:lpstr>
      <vt:lpstr>前回までの進捗</vt:lpstr>
      <vt:lpstr>今回</vt:lpstr>
      <vt:lpstr>検証実験</vt:lpstr>
      <vt:lpstr>結果</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地球観測社会システム 第11回経過報告</dc:title>
  <dc:creator>cgfa6170</dc:creator>
  <cp:lastModifiedBy>cgfa6170</cp:lastModifiedBy>
  <cp:revision>17</cp:revision>
  <dcterms:created xsi:type="dcterms:W3CDTF">2026-01-14T22:51:29Z</dcterms:created>
  <dcterms:modified xsi:type="dcterms:W3CDTF">2026-01-15T07:16:25Z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0x010100221261F4266C2947BAC7DA7007E5ACA4</vt:lpwstr>
  </property>
</Properties>
</file>