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745" r:id="rId2"/>
    <p:sldId id="2069" r:id="rId3"/>
    <p:sldId id="2043" r:id="rId4"/>
    <p:sldId id="2073" r:id="rId5"/>
    <p:sldId id="2072" r:id="rId6"/>
    <p:sldId id="2074" r:id="rId7"/>
    <p:sldId id="2075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77" d="100"/>
          <a:sy n="77" d="100"/>
        </p:scale>
        <p:origin x="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gfa6170" userId="46cde8c4-1d5f-444e-a8bb-106eec3feaad" providerId="ADAL" clId="{CC268DCB-A3B2-427A-B723-8F49269AC1BC}"/>
    <pc:docChg chg="undo redo custSel addSld delSld modSld sldOrd">
      <pc:chgData name="cgfa6170" userId="46cde8c4-1d5f-444e-a8bb-106eec3feaad" providerId="ADAL" clId="{CC268DCB-A3B2-427A-B723-8F49269AC1BC}" dt="2025-12-25T05:30:56.923" v="2078" actId="20577"/>
      <pc:docMkLst>
        <pc:docMk/>
      </pc:docMkLst>
      <pc:sldChg chg="addSp modSp add mod">
        <pc:chgData name="cgfa6170" userId="46cde8c4-1d5f-444e-a8bb-106eec3feaad" providerId="ADAL" clId="{CC268DCB-A3B2-427A-B723-8F49269AC1BC}" dt="2025-12-25T03:56:06.154" v="464"/>
        <pc:sldMkLst>
          <pc:docMk/>
          <pc:sldMk cId="1222216725" sldId="2043"/>
        </pc:sldMkLst>
        <pc:spChg chg="mod">
          <ac:chgData name="cgfa6170" userId="46cde8c4-1d5f-444e-a8bb-106eec3feaad" providerId="ADAL" clId="{CC268DCB-A3B2-427A-B723-8F49269AC1BC}" dt="2025-12-25T03:55:28.117" v="395" actId="20577"/>
          <ac:spMkLst>
            <pc:docMk/>
            <pc:sldMk cId="1222216725" sldId="2043"/>
            <ac:spMk id="2" creationId="{56582713-2542-5EBA-3086-E23201803278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5" creationId="{C7A10196-38C7-DEF4-5589-D1056EF9C586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7" creationId="{800DCB8B-5B40-BB0F-D91B-646BA5219F59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11" creationId="{8BFBD207-CA32-3527-5EC9-797D5CB5D35E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12" creationId="{11EEED13-139A-634B-61BE-7A1020798227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13" creationId="{8DD3B526-3AE9-7E13-E8B7-993B5B255B54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14" creationId="{A91F13F2-D05F-75ED-B132-C46AFF42E901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15" creationId="{DC19FAFB-8F6B-125B-342C-9AB911FB6141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16" creationId="{B05825F1-FF4B-7004-1E95-95E10E505AA7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17" creationId="{74C4ADC0-4E91-DAC4-822F-0B3127A00CF9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18" creationId="{330179C6-E6F5-CD49-E717-8C045A0C160D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19" creationId="{DD24EAA2-E299-9FEC-FE1C-841F651BCD25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20" creationId="{2EF6D8B1-157F-FC2D-D1D0-2DDBDCE5AD1E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21" creationId="{006C7194-95FD-5EB8-4E19-6FD9E15CE75B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22" creationId="{1C97AF23-6F46-F231-5F39-01AD481699C8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23" creationId="{68B522AA-EBF6-219A-777A-0531858B94CA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24" creationId="{321E2409-CFB5-404D-BC35-B162CCF21157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25" creationId="{0778E420-9B98-2A83-EFAD-601C216ACE90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26" creationId="{B2D03149-936C-F55C-BF8E-C42925EF4AAA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27" creationId="{36FC34DE-D1B8-D105-5ABD-7C921D7B22DF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28" creationId="{481A9B13-1E4A-EB39-0AC9-9C250890C8FA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29" creationId="{30FC38C9-A996-2490-F69F-1685655B3779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30" creationId="{603AD65A-285A-BED1-2394-163E0881265F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31" creationId="{4CE5CF46-9C60-738C-3D92-3BE62BF3CDBC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32" creationId="{38D83EE0-05F0-B133-D4B1-5C910FA60949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33" creationId="{9EC9884D-65EC-68A7-F870-4645589EFB63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34" creationId="{02C2E72B-6132-4C0B-1338-C35B38A3566E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35" creationId="{2C799EE3-2BE3-6C12-B950-E62013A86A5B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36" creationId="{E4BA43F6-BBA8-9F90-CDAF-2979768906EB}"/>
          </ac:spMkLst>
        </pc:spChg>
        <pc:spChg chg="mod">
          <ac:chgData name="cgfa6170" userId="46cde8c4-1d5f-444e-a8bb-106eec3feaad" providerId="ADAL" clId="{CC268DCB-A3B2-427A-B723-8F49269AC1BC}" dt="2025-12-25T03:55:52.268" v="463" actId="1036"/>
          <ac:spMkLst>
            <pc:docMk/>
            <pc:sldMk cId="1222216725" sldId="2043"/>
            <ac:spMk id="37" creationId="{CA6E81EA-8732-2733-C839-43D583D0AD75}"/>
          </ac:spMkLst>
        </pc:spChg>
        <pc:spChg chg="add mod">
          <ac:chgData name="cgfa6170" userId="46cde8c4-1d5f-444e-a8bb-106eec3feaad" providerId="ADAL" clId="{CC268DCB-A3B2-427A-B723-8F49269AC1BC}" dt="2025-12-25T03:56:06.154" v="464"/>
          <ac:spMkLst>
            <pc:docMk/>
            <pc:sldMk cId="1222216725" sldId="2043"/>
            <ac:spMk id="38" creationId="{9FA5F590-5021-45AA-95C1-F87CF75EFF4C}"/>
          </ac:spMkLst>
        </pc:spChg>
        <pc:cxnChg chg="mod">
          <ac:chgData name="cgfa6170" userId="46cde8c4-1d5f-444e-a8bb-106eec3feaad" providerId="ADAL" clId="{CC268DCB-A3B2-427A-B723-8F49269AC1BC}" dt="2025-12-25T03:55:52.268" v="463" actId="1036"/>
          <ac:cxnSpMkLst>
            <pc:docMk/>
            <pc:sldMk cId="1222216725" sldId="2043"/>
            <ac:cxnSpMk id="4" creationId="{81E65F40-5092-1BB2-4F55-9350D1AD12C4}"/>
          </ac:cxnSpMkLst>
        </pc:cxnChg>
        <pc:cxnChg chg="mod">
          <ac:chgData name="cgfa6170" userId="46cde8c4-1d5f-444e-a8bb-106eec3feaad" providerId="ADAL" clId="{CC268DCB-A3B2-427A-B723-8F49269AC1BC}" dt="2025-12-25T03:55:52.268" v="463" actId="1036"/>
          <ac:cxnSpMkLst>
            <pc:docMk/>
            <pc:sldMk cId="1222216725" sldId="2043"/>
            <ac:cxnSpMk id="6" creationId="{AE202F1E-3E91-7245-647C-20C153B4F210}"/>
          </ac:cxnSpMkLst>
        </pc:cxnChg>
        <pc:cxnChg chg="mod">
          <ac:chgData name="cgfa6170" userId="46cde8c4-1d5f-444e-a8bb-106eec3feaad" providerId="ADAL" clId="{CC268DCB-A3B2-427A-B723-8F49269AC1BC}" dt="2025-12-25T03:55:52.268" v="463" actId="1036"/>
          <ac:cxnSpMkLst>
            <pc:docMk/>
            <pc:sldMk cId="1222216725" sldId="2043"/>
            <ac:cxnSpMk id="8" creationId="{EFB949C4-30DD-C23C-4631-F1E7E4E23AC5}"/>
          </ac:cxnSpMkLst>
        </pc:cxnChg>
        <pc:cxnChg chg="mod">
          <ac:chgData name="cgfa6170" userId="46cde8c4-1d5f-444e-a8bb-106eec3feaad" providerId="ADAL" clId="{CC268DCB-A3B2-427A-B723-8F49269AC1BC}" dt="2025-12-25T03:55:52.268" v="463" actId="1036"/>
          <ac:cxnSpMkLst>
            <pc:docMk/>
            <pc:sldMk cId="1222216725" sldId="2043"/>
            <ac:cxnSpMk id="9" creationId="{C675FA1D-4CD6-14E3-0C52-26A2093A1AA0}"/>
          </ac:cxnSpMkLst>
        </pc:cxnChg>
        <pc:cxnChg chg="mod">
          <ac:chgData name="cgfa6170" userId="46cde8c4-1d5f-444e-a8bb-106eec3feaad" providerId="ADAL" clId="{CC268DCB-A3B2-427A-B723-8F49269AC1BC}" dt="2025-12-25T03:55:52.268" v="463" actId="1036"/>
          <ac:cxnSpMkLst>
            <pc:docMk/>
            <pc:sldMk cId="1222216725" sldId="2043"/>
            <ac:cxnSpMk id="10" creationId="{A84AB3F7-88E8-70F2-FEDA-124D728B4698}"/>
          </ac:cxnSpMkLst>
        </pc:cxnChg>
      </pc:sldChg>
      <pc:sldChg chg="addSp delSp modSp mod">
        <pc:chgData name="cgfa6170" userId="46cde8c4-1d5f-444e-a8bb-106eec3feaad" providerId="ADAL" clId="{CC268DCB-A3B2-427A-B723-8F49269AC1BC}" dt="2025-12-25T03:51:49.690" v="173" actId="1076"/>
        <pc:sldMkLst>
          <pc:docMk/>
          <pc:sldMk cId="27564020" sldId="2069"/>
        </pc:sldMkLst>
        <pc:picChg chg="add mod">
          <ac:chgData name="cgfa6170" userId="46cde8c4-1d5f-444e-a8bb-106eec3feaad" providerId="ADAL" clId="{CC268DCB-A3B2-427A-B723-8F49269AC1BC}" dt="2025-12-25T03:51:13.319" v="154" actId="1076"/>
          <ac:picMkLst>
            <pc:docMk/>
            <pc:sldMk cId="27564020" sldId="2069"/>
            <ac:picMk id="3" creationId="{511876F9-F7E1-4BC3-92CC-74EABAC18ADA}"/>
          </ac:picMkLst>
        </pc:picChg>
        <pc:picChg chg="mod">
          <ac:chgData name="cgfa6170" userId="46cde8c4-1d5f-444e-a8bb-106eec3feaad" providerId="ADAL" clId="{CC268DCB-A3B2-427A-B723-8F49269AC1BC}" dt="2025-12-25T03:51:45.059" v="172" actId="1076"/>
          <ac:picMkLst>
            <pc:docMk/>
            <pc:sldMk cId="27564020" sldId="2069"/>
            <ac:picMk id="5" creationId="{D599EE56-3E5D-15F3-9E5C-094EF8FD4474}"/>
          </ac:picMkLst>
        </pc:picChg>
        <pc:picChg chg="add mod">
          <ac:chgData name="cgfa6170" userId="46cde8c4-1d5f-444e-a8bb-106eec3feaad" providerId="ADAL" clId="{CC268DCB-A3B2-427A-B723-8F49269AC1BC}" dt="2025-12-25T03:51:14.657" v="155" actId="1076"/>
          <ac:picMkLst>
            <pc:docMk/>
            <pc:sldMk cId="27564020" sldId="2069"/>
            <ac:picMk id="8" creationId="{0C59D054-E26B-42E7-B688-4B1EFFEC4903}"/>
          </ac:picMkLst>
        </pc:picChg>
        <pc:picChg chg="del mod">
          <ac:chgData name="cgfa6170" userId="46cde8c4-1d5f-444e-a8bb-106eec3feaad" providerId="ADAL" clId="{CC268DCB-A3B2-427A-B723-8F49269AC1BC}" dt="2025-12-25T03:49:37.924" v="91" actId="478"/>
          <ac:picMkLst>
            <pc:docMk/>
            <pc:sldMk cId="27564020" sldId="2069"/>
            <ac:picMk id="9" creationId="{B838CCF3-153D-C50B-32AE-A48581EC2EEF}"/>
          </ac:picMkLst>
        </pc:picChg>
        <pc:picChg chg="add mod">
          <ac:chgData name="cgfa6170" userId="46cde8c4-1d5f-444e-a8bb-106eec3feaad" providerId="ADAL" clId="{CC268DCB-A3B2-427A-B723-8F49269AC1BC}" dt="2025-12-25T03:51:49.690" v="173" actId="1076"/>
          <ac:picMkLst>
            <pc:docMk/>
            <pc:sldMk cId="27564020" sldId="2069"/>
            <ac:picMk id="10" creationId="{385028D0-E6DB-4B70-AFEF-ABC5CB52B18B}"/>
          </ac:picMkLst>
        </pc:picChg>
      </pc:sldChg>
      <pc:sldChg chg="delSp modSp add del mod">
        <pc:chgData name="cgfa6170" userId="46cde8c4-1d5f-444e-a8bb-106eec3feaad" providerId="ADAL" clId="{CC268DCB-A3B2-427A-B723-8F49269AC1BC}" dt="2025-12-25T03:56:08.865" v="465" actId="47"/>
        <pc:sldMkLst>
          <pc:docMk/>
          <pc:sldMk cId="2571053041" sldId="2070"/>
        </pc:sldMkLst>
        <pc:spChg chg="mod">
          <ac:chgData name="cgfa6170" userId="46cde8c4-1d5f-444e-a8bb-106eec3feaad" providerId="ADAL" clId="{CC268DCB-A3B2-427A-B723-8F49269AC1BC}" dt="2025-12-25T03:52:03.536" v="190" actId="20577"/>
          <ac:spMkLst>
            <pc:docMk/>
            <pc:sldMk cId="2571053041" sldId="2070"/>
            <ac:spMk id="6" creationId="{1B4A2B83-A671-4AF2-B27C-DD6F1C1C06BF}"/>
          </ac:spMkLst>
        </pc:spChg>
        <pc:spChg chg="mod">
          <ac:chgData name="cgfa6170" userId="46cde8c4-1d5f-444e-a8bb-106eec3feaad" providerId="ADAL" clId="{CC268DCB-A3B2-427A-B723-8F49269AC1BC}" dt="2025-12-25T03:52:33.359" v="260" actId="20577"/>
          <ac:spMkLst>
            <pc:docMk/>
            <pc:sldMk cId="2571053041" sldId="2070"/>
            <ac:spMk id="7" creationId="{2FBD2164-7476-4422-50E2-93444D1102BB}"/>
          </ac:spMkLst>
        </pc:spChg>
        <pc:picChg chg="del mod">
          <ac:chgData name="cgfa6170" userId="46cde8c4-1d5f-444e-a8bb-106eec3feaad" providerId="ADAL" clId="{CC268DCB-A3B2-427A-B723-8F49269AC1BC}" dt="2025-12-25T03:52:39.749" v="265" actId="478"/>
          <ac:picMkLst>
            <pc:docMk/>
            <pc:sldMk cId="2571053041" sldId="2070"/>
            <ac:picMk id="3" creationId="{511876F9-F7E1-4BC3-92CC-74EABAC18ADA}"/>
          </ac:picMkLst>
        </pc:picChg>
        <pc:picChg chg="del">
          <ac:chgData name="cgfa6170" userId="46cde8c4-1d5f-444e-a8bb-106eec3feaad" providerId="ADAL" clId="{CC268DCB-A3B2-427A-B723-8F49269AC1BC}" dt="2025-12-25T03:52:36.762" v="261" actId="478"/>
          <ac:picMkLst>
            <pc:docMk/>
            <pc:sldMk cId="2571053041" sldId="2070"/>
            <ac:picMk id="5" creationId="{D599EE56-3E5D-15F3-9E5C-094EF8FD4474}"/>
          </ac:picMkLst>
        </pc:picChg>
        <pc:picChg chg="del">
          <ac:chgData name="cgfa6170" userId="46cde8c4-1d5f-444e-a8bb-106eec3feaad" providerId="ADAL" clId="{CC268DCB-A3B2-427A-B723-8F49269AC1BC}" dt="2025-12-25T03:52:38.717" v="263" actId="478"/>
          <ac:picMkLst>
            <pc:docMk/>
            <pc:sldMk cId="2571053041" sldId="2070"/>
            <ac:picMk id="8" creationId="{0C59D054-E26B-42E7-B688-4B1EFFEC4903}"/>
          </ac:picMkLst>
        </pc:picChg>
        <pc:picChg chg="del">
          <ac:chgData name="cgfa6170" userId="46cde8c4-1d5f-444e-a8bb-106eec3feaad" providerId="ADAL" clId="{CC268DCB-A3B2-427A-B723-8F49269AC1BC}" dt="2025-12-25T03:52:37.852" v="262" actId="478"/>
          <ac:picMkLst>
            <pc:docMk/>
            <pc:sldMk cId="2571053041" sldId="2070"/>
            <ac:picMk id="10" creationId="{385028D0-E6DB-4B70-AFEF-ABC5CB52B18B}"/>
          </ac:picMkLst>
        </pc:picChg>
      </pc:sldChg>
      <pc:sldChg chg="add del">
        <pc:chgData name="cgfa6170" userId="46cde8c4-1d5f-444e-a8bb-106eec3feaad" providerId="ADAL" clId="{CC268DCB-A3B2-427A-B723-8F49269AC1BC}" dt="2025-12-25T03:56:38.304" v="466" actId="47"/>
        <pc:sldMkLst>
          <pc:docMk/>
          <pc:sldMk cId="1168767937" sldId="2071"/>
        </pc:sldMkLst>
      </pc:sldChg>
      <pc:sldChg chg="addSp delSp modSp add mod">
        <pc:chgData name="cgfa6170" userId="46cde8c4-1d5f-444e-a8bb-106eec3feaad" providerId="ADAL" clId="{CC268DCB-A3B2-427A-B723-8F49269AC1BC}" dt="2025-12-25T05:28:59.012" v="1784" actId="1076"/>
        <pc:sldMkLst>
          <pc:docMk/>
          <pc:sldMk cId="3307808455" sldId="2072"/>
        </pc:sldMkLst>
        <pc:spChg chg="mod">
          <ac:chgData name="cgfa6170" userId="46cde8c4-1d5f-444e-a8bb-106eec3feaad" providerId="ADAL" clId="{CC268DCB-A3B2-427A-B723-8F49269AC1BC}" dt="2025-12-25T05:22:57.388" v="1410" actId="5793"/>
          <ac:spMkLst>
            <pc:docMk/>
            <pc:sldMk cId="3307808455" sldId="2072"/>
            <ac:spMk id="7" creationId="{2FBD2164-7476-4422-50E2-93444D1102BB}"/>
          </ac:spMkLst>
        </pc:spChg>
        <pc:picChg chg="add mod">
          <ac:chgData name="cgfa6170" userId="46cde8c4-1d5f-444e-a8bb-106eec3feaad" providerId="ADAL" clId="{CC268DCB-A3B2-427A-B723-8F49269AC1BC}" dt="2025-12-25T05:25:21.665" v="1454" actId="1076"/>
          <ac:picMkLst>
            <pc:docMk/>
            <pc:sldMk cId="3307808455" sldId="2072"/>
            <ac:picMk id="3" creationId="{FB23AEB1-08AF-44EE-B59F-81445BDE8829}"/>
          </ac:picMkLst>
        </pc:picChg>
        <pc:picChg chg="add del mod">
          <ac:chgData name="cgfa6170" userId="46cde8c4-1d5f-444e-a8bb-106eec3feaad" providerId="ADAL" clId="{CC268DCB-A3B2-427A-B723-8F49269AC1BC}" dt="2025-12-25T05:26:08.778" v="1464" actId="478"/>
          <ac:picMkLst>
            <pc:docMk/>
            <pc:sldMk cId="3307808455" sldId="2072"/>
            <ac:picMk id="5" creationId="{355CFCD0-DA34-41D6-9901-A56434D287C2}"/>
          </ac:picMkLst>
        </pc:picChg>
        <pc:picChg chg="add del">
          <ac:chgData name="cgfa6170" userId="46cde8c4-1d5f-444e-a8bb-106eec3feaad" providerId="ADAL" clId="{CC268DCB-A3B2-427A-B723-8F49269AC1BC}" dt="2025-12-25T05:26:06.986" v="1462" actId="22"/>
          <ac:picMkLst>
            <pc:docMk/>
            <pc:sldMk cId="3307808455" sldId="2072"/>
            <ac:picMk id="9" creationId="{2C065481-EA56-4D40-86AD-0D4CBAFE9784}"/>
          </ac:picMkLst>
        </pc:picChg>
        <pc:picChg chg="add mod">
          <ac:chgData name="cgfa6170" userId="46cde8c4-1d5f-444e-a8bb-106eec3feaad" providerId="ADAL" clId="{CC268DCB-A3B2-427A-B723-8F49269AC1BC}" dt="2025-12-25T05:28:59.012" v="1784" actId="1076"/>
          <ac:picMkLst>
            <pc:docMk/>
            <pc:sldMk cId="3307808455" sldId="2072"/>
            <ac:picMk id="11" creationId="{9D8CE26D-F21B-4A91-B670-238600C1069B}"/>
          </ac:picMkLst>
        </pc:picChg>
        <pc:picChg chg="add mod">
          <ac:chgData name="cgfa6170" userId="46cde8c4-1d5f-444e-a8bb-106eec3feaad" providerId="ADAL" clId="{CC268DCB-A3B2-427A-B723-8F49269AC1BC}" dt="2025-12-25T05:28:55.880" v="1783" actId="1076"/>
          <ac:picMkLst>
            <pc:docMk/>
            <pc:sldMk cId="3307808455" sldId="2072"/>
            <ac:picMk id="13" creationId="{F57C34FF-6B2F-4E2B-B6D2-90B5AD6BC0DB}"/>
          </ac:picMkLst>
        </pc:picChg>
      </pc:sldChg>
      <pc:sldChg chg="modSp add mod ord">
        <pc:chgData name="cgfa6170" userId="46cde8c4-1d5f-444e-a8bb-106eec3feaad" providerId="ADAL" clId="{CC268DCB-A3B2-427A-B723-8F49269AC1BC}" dt="2025-12-25T05:30:56.923" v="2078" actId="20577"/>
        <pc:sldMkLst>
          <pc:docMk/>
          <pc:sldMk cId="3471392189" sldId="2073"/>
        </pc:sldMkLst>
        <pc:spChg chg="mod">
          <ac:chgData name="cgfa6170" userId="46cde8c4-1d5f-444e-a8bb-106eec3feaad" providerId="ADAL" clId="{CC268DCB-A3B2-427A-B723-8F49269AC1BC}" dt="2025-12-25T05:30:56.923" v="2078" actId="20577"/>
          <ac:spMkLst>
            <pc:docMk/>
            <pc:sldMk cId="3471392189" sldId="2073"/>
            <ac:spMk id="7" creationId="{2FBD2164-7476-4422-50E2-93444D1102BB}"/>
          </ac:spMkLst>
        </pc:spChg>
      </pc:sldChg>
      <pc:sldChg chg="addSp delSp modSp add mod">
        <pc:chgData name="cgfa6170" userId="46cde8c4-1d5f-444e-a8bb-106eec3feaad" providerId="ADAL" clId="{CC268DCB-A3B2-427A-B723-8F49269AC1BC}" dt="2025-12-25T05:28:51.652" v="1781" actId="1076"/>
        <pc:sldMkLst>
          <pc:docMk/>
          <pc:sldMk cId="3257845710" sldId="2074"/>
        </pc:sldMkLst>
        <pc:picChg chg="del">
          <ac:chgData name="cgfa6170" userId="46cde8c4-1d5f-444e-a8bb-106eec3feaad" providerId="ADAL" clId="{CC268DCB-A3B2-427A-B723-8F49269AC1BC}" dt="2025-12-25T05:25:36.253" v="1458" actId="478"/>
          <ac:picMkLst>
            <pc:docMk/>
            <pc:sldMk cId="3257845710" sldId="2074"/>
            <ac:picMk id="3" creationId="{FB23AEB1-08AF-44EE-B59F-81445BDE8829}"/>
          </ac:picMkLst>
        </pc:picChg>
        <pc:picChg chg="add mod">
          <ac:chgData name="cgfa6170" userId="46cde8c4-1d5f-444e-a8bb-106eec3feaad" providerId="ADAL" clId="{CC268DCB-A3B2-427A-B723-8F49269AC1BC}" dt="2025-12-25T05:27:54.309" v="1644" actId="1076"/>
          <ac:picMkLst>
            <pc:docMk/>
            <pc:sldMk cId="3257845710" sldId="2074"/>
            <ac:picMk id="4" creationId="{87EC5553-6CF4-4D1A-BA43-B8025FCAAF3A}"/>
          </ac:picMkLst>
        </pc:picChg>
        <pc:picChg chg="del">
          <ac:chgData name="cgfa6170" userId="46cde8c4-1d5f-444e-a8bb-106eec3feaad" providerId="ADAL" clId="{CC268DCB-A3B2-427A-B723-8F49269AC1BC}" dt="2025-12-25T05:25:38.325" v="1459" actId="478"/>
          <ac:picMkLst>
            <pc:docMk/>
            <pc:sldMk cId="3257845710" sldId="2074"/>
            <ac:picMk id="5" creationId="{355CFCD0-DA34-41D6-9901-A56434D287C2}"/>
          </ac:picMkLst>
        </pc:picChg>
        <pc:picChg chg="add mod">
          <ac:chgData name="cgfa6170" userId="46cde8c4-1d5f-444e-a8bb-106eec3feaad" providerId="ADAL" clId="{CC268DCB-A3B2-427A-B723-8F49269AC1BC}" dt="2025-12-25T05:28:49.134" v="1780" actId="1076"/>
          <ac:picMkLst>
            <pc:docMk/>
            <pc:sldMk cId="3257845710" sldId="2074"/>
            <ac:picMk id="9" creationId="{E2CB2BF3-5AC3-472D-B933-9711EDCA5D15}"/>
          </ac:picMkLst>
        </pc:picChg>
        <pc:picChg chg="add mod">
          <ac:chgData name="cgfa6170" userId="46cde8c4-1d5f-444e-a8bb-106eec3feaad" providerId="ADAL" clId="{CC268DCB-A3B2-427A-B723-8F49269AC1BC}" dt="2025-12-25T05:28:51.652" v="1781" actId="1076"/>
          <ac:picMkLst>
            <pc:docMk/>
            <pc:sldMk cId="3257845710" sldId="2074"/>
            <ac:picMk id="11" creationId="{F8C4F9E1-87DC-4F90-B5D4-DA40C3DCA695}"/>
          </ac:picMkLst>
        </pc:picChg>
      </pc:sldChg>
      <pc:sldChg chg="addSp delSp modSp add mod">
        <pc:chgData name="cgfa6170" userId="46cde8c4-1d5f-444e-a8bb-106eec3feaad" providerId="ADAL" clId="{CC268DCB-A3B2-427A-B723-8F49269AC1BC}" dt="2025-12-25T05:29:20.231" v="1788" actId="1076"/>
        <pc:sldMkLst>
          <pc:docMk/>
          <pc:sldMk cId="3243255586" sldId="2075"/>
        </pc:sldMkLst>
        <pc:picChg chg="del">
          <ac:chgData name="cgfa6170" userId="46cde8c4-1d5f-444e-a8bb-106eec3feaad" providerId="ADAL" clId="{CC268DCB-A3B2-427A-B723-8F49269AC1BC}" dt="2025-12-25T05:29:02.852" v="1785" actId="478"/>
          <ac:picMkLst>
            <pc:docMk/>
            <pc:sldMk cId="3243255586" sldId="2075"/>
            <ac:picMk id="3" creationId="{FB23AEB1-08AF-44EE-B59F-81445BDE8829}"/>
          </ac:picMkLst>
        </pc:picChg>
        <pc:picChg chg="add mod">
          <ac:chgData name="cgfa6170" userId="46cde8c4-1d5f-444e-a8bb-106eec3feaad" providerId="ADAL" clId="{CC268DCB-A3B2-427A-B723-8F49269AC1BC}" dt="2025-12-25T05:29:20.231" v="1788" actId="1076"/>
          <ac:picMkLst>
            <pc:docMk/>
            <pc:sldMk cId="3243255586" sldId="2075"/>
            <ac:picMk id="4" creationId="{EB51EE3F-8244-4FB6-B030-7A6CB787FC93}"/>
          </ac:picMkLst>
        </pc:picChg>
        <pc:picChg chg="del">
          <ac:chgData name="cgfa6170" userId="46cde8c4-1d5f-444e-a8bb-106eec3feaad" providerId="ADAL" clId="{CC268DCB-A3B2-427A-B723-8F49269AC1BC}" dt="2025-12-25T05:29:04.014" v="1786" actId="478"/>
          <ac:picMkLst>
            <pc:docMk/>
            <pc:sldMk cId="3243255586" sldId="2075"/>
            <ac:picMk id="5" creationId="{355CFCD0-DA34-41D6-9901-A56434D287C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FF617-B6FF-4B61-A019-5269DF5E1315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655B1-B854-4A4F-B883-3839D9B8C8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6703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9274-D70D-448B-9A15-5674C1B958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6380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B5F3E1-D5C4-4369-A215-71EE699F1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6D1C5C9-BAAA-44B4-91CE-9300FDC36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E2F22C-E056-4AC6-A212-27B99D1F7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B28F-F970-441F-AA51-7AA60D21E0C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33DBD4-4862-4D94-AFF6-29B05219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4098AF-D035-402C-B3AD-286286E26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15C9-4F7A-490D-92A7-0B48FED7C5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3796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4B482A-2228-4A29-8590-BF31F4359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D3AA5F-ABBC-4F2A-88D6-EA84D2CEB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897448-4E3D-4A20-930B-1B6498C30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B28F-F970-441F-AA51-7AA60D21E0C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A181B4-388E-4A53-A79E-FD6F1BAAD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E6DD99-6224-4A92-9DC8-79BA3721B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15C9-4F7A-490D-92A7-0B48FED7C5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6519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75D008-E504-42FE-AD74-1019930AC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E39DCA-4830-45A1-943D-E495C0CB2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6B424E-E0D6-45B8-BE59-27A1CE7EF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B28F-F970-441F-AA51-7AA60D21E0C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E9E06C-1385-497A-80CF-115D900A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9F0DA5-6122-4A66-9899-CF28884ED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15C9-4F7A-490D-92A7-0B48FED7C5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971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D1B58F-93B1-415C-BA66-6EFE01A24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20EA5F-D07B-4052-A61C-290CFFAC67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771DC2E-8DDC-408E-9391-D5B3A3F44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72F92B4-D358-4F79-8012-9181FA362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B28F-F970-441F-AA51-7AA60D21E0C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FD41F1E-90CC-491F-9B8A-38B7A1A84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C89F84-B1A4-4F9F-A334-BCC5E0D5A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15C9-4F7A-490D-92A7-0B48FED7C5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7288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2A532A-FC04-4F61-9CAB-16758349B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FA91BA-DA20-4191-98AE-8BF3BF8CB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9DEB079-D10F-44B8-9B1C-32A8CC716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16CBB0-5AE4-43FE-92F8-9C1052803D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6D8FAD7-7725-4169-8686-A3CFE6144A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4519A89-1003-4C58-B5CD-562F12613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B28F-F970-441F-AA51-7AA60D21E0C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CD70403-FC4F-4928-B53A-FDD15EDF5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00C2D5C-1A71-4F5D-B349-A69A50CF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15C9-4F7A-490D-92A7-0B48FED7C5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9713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78E190-1B4F-463E-91EF-51F6390C4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40A8619-C655-4740-893A-0FB72AF93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B28F-F970-441F-AA51-7AA60D21E0C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4083C38-0527-4216-9397-57A4C1DF2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C4304E7-E885-40B9-90D2-AC6EA344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15C9-4F7A-490D-92A7-0B48FED7C5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7967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FB74611-DC2F-47BB-85A3-54755F24D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B28F-F970-441F-AA51-7AA60D21E0C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67F6CE6-DF40-4C21-8F7F-02F8B64BE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21A8667-6C2C-42B4-8226-562CA4637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15C9-4F7A-490D-92A7-0B48FED7C5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5111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AF2200-117E-4B10-8FB9-6A16B1960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0EC4F6-1399-4504-B01F-DF9EC4D76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DEC9A0-B892-4330-A651-52B08584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4CD358C-A658-4D4C-866C-844174BE4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B28F-F970-441F-AA51-7AA60D21E0C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9E14BB9-A890-44B1-AD5F-CFC84DCC8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95E54E5-AF47-4EEC-8086-18BFD952D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15C9-4F7A-490D-92A7-0B48FED7C5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0508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FD921D-3107-43D6-AB8A-0ECC60540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F6647FC-F48E-4B99-BCF4-3DE300848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4F7D861-08C8-41F2-9695-CAEB70559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F9D9011-7936-43D1-A088-DA09AE16F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B28F-F970-441F-AA51-7AA60D21E0C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3613402-8B56-49F7-9AF8-B01700193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35102D-C6EF-43A5-BA04-F6B1DC371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15C9-4F7A-490D-92A7-0B48FED7C5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9470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EAD271-546C-4170-A1BF-DFC592B85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610CB3A-067E-42E2-9995-517617DE6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49089A-9C28-40BC-85C7-0C4737041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B28F-F970-441F-AA51-7AA60D21E0C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9C13E4-1A31-4916-9BF1-123D0F2B9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D2FEDC-24C2-408F-8822-E6D22B961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15C9-4F7A-490D-92A7-0B48FED7C5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673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70BC466-E819-458D-85F6-B5E07969D1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176DDEF-9FE9-4E7C-A339-5DA9B3185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9FA1CD-BB1E-4C77-B322-ADD724A20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B28F-F970-441F-AA51-7AA60D21E0C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878E89-CC47-4C54-9137-AA340375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9DFDD4-DD5A-4CC6-9A02-23173BAF5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15C9-4F7A-490D-92A7-0B48FED7C5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8995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pt_04.jpg">
            <a:extLst>
              <a:ext uri="{FF2B5EF4-FFF2-40B4-BE49-F238E27FC236}">
                <a16:creationId xmlns:a16="http://schemas.microsoft.com/office/drawing/2014/main" id="{3364F071-DE65-4273-91FA-DD21E91E2C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黒">
            <a:extLst>
              <a:ext uri="{FF2B5EF4-FFF2-40B4-BE49-F238E27FC236}">
                <a16:creationId xmlns:a16="http://schemas.microsoft.com/office/drawing/2014/main" id="{06EF6DD9-5408-4669-8953-6DEA73AD42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C3756405-64EA-43DC-8D5D-43AC388E3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200" y="2765869"/>
            <a:ext cx="10677600" cy="2386800"/>
          </a:xfrm>
        </p:spPr>
        <p:txBody>
          <a:bodyPr lIns="0" tIns="0" rIns="0" bIns="0" anchor="t">
            <a:normAutofit/>
          </a:bodyPr>
          <a:lstStyle>
            <a:lvl1pPr algn="l">
              <a:defRPr sz="5200" b="1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字幕 2">
            <a:extLst>
              <a:ext uri="{FF2B5EF4-FFF2-40B4-BE49-F238E27FC236}">
                <a16:creationId xmlns:a16="http://schemas.microsoft.com/office/drawing/2014/main" id="{276482B5-2179-4922-ACB9-185DE18FB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200" y="5309914"/>
            <a:ext cx="10677563" cy="468000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8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5" name="テキスト プレースホルダー 3">
            <a:extLst>
              <a:ext uri="{FF2B5EF4-FFF2-40B4-BE49-F238E27FC236}">
                <a16:creationId xmlns:a16="http://schemas.microsoft.com/office/drawing/2014/main" id="{1C44F3EB-BC3F-4425-8C93-BC899B04B9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7200" y="6420774"/>
            <a:ext cx="10677600" cy="360000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日付・会場など</a:t>
            </a:r>
          </a:p>
        </p:txBody>
      </p:sp>
      <p:sp>
        <p:nvSpPr>
          <p:cNvPr id="16" name="テキスト プレースホルダー 4">
            <a:extLst>
              <a:ext uri="{FF2B5EF4-FFF2-40B4-BE49-F238E27FC236}">
                <a16:creationId xmlns:a16="http://schemas.microsoft.com/office/drawing/2014/main" id="{165D397D-3B41-4AF7-95EB-6C3983EF6E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7200" y="5800193"/>
            <a:ext cx="10677600" cy="360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kumimoji="1" lang="ja-JP" altLang="en-US"/>
              <a:t>所属</a:t>
            </a:r>
          </a:p>
        </p:txBody>
      </p:sp>
    </p:spTree>
    <p:extLst>
      <p:ext uri="{BB962C8B-B14F-4D97-AF65-F5344CB8AC3E}">
        <p14:creationId xmlns:p14="http://schemas.microsoft.com/office/powerpoint/2010/main" val="822690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E5F1B5A-F194-4C25-ADCC-C9851CDE401F}"/>
              </a:ext>
            </a:extLst>
          </p:cNvPr>
          <p:cNvSpPr/>
          <p:nvPr/>
        </p:nvSpPr>
        <p:spPr>
          <a:xfrm>
            <a:off x="-1" y="0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D6139CD-2273-4AFD-A61C-42970AC41B43}"/>
              </a:ext>
            </a:extLst>
          </p:cNvPr>
          <p:cNvCxnSpPr>
            <a:cxnSpLocks/>
          </p:cNvCxnSpPr>
          <p:nvPr/>
        </p:nvCxnSpPr>
        <p:spPr>
          <a:xfrm>
            <a:off x="143999" y="828000"/>
            <a:ext cx="11928001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292EC8F-97B9-4838-A1D0-72C6F9B7D7DD}"/>
              </a:ext>
            </a:extLst>
          </p:cNvPr>
          <p:cNvCxnSpPr>
            <a:cxnSpLocks/>
          </p:cNvCxnSpPr>
          <p:nvPr/>
        </p:nvCxnSpPr>
        <p:spPr>
          <a:xfrm>
            <a:off x="0" y="828000"/>
            <a:ext cx="144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68E39387-4B0F-4890-A36C-50768E77C88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984" y="-63833"/>
            <a:ext cx="1548000" cy="997369"/>
          </a:xfrm>
          <a:prstGeom prst="rect">
            <a:avLst/>
          </a:prstGeom>
        </p:spPr>
      </p:pic>
      <p:sp>
        <p:nvSpPr>
          <p:cNvPr id="12" name="タイトル 11">
            <a:extLst>
              <a:ext uri="{FF2B5EF4-FFF2-40B4-BE49-F238E27FC236}">
                <a16:creationId xmlns:a16="http://schemas.microsoft.com/office/drawing/2014/main" id="{9C135227-6D9F-43A2-9359-62BE582A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44" y="215662"/>
            <a:ext cx="10731600" cy="648000"/>
          </a:xfrm>
        </p:spPr>
        <p:txBody>
          <a:bodyPr>
            <a:normAutofit/>
          </a:bodyPr>
          <a:lstStyle>
            <a:lvl1pPr>
              <a:defRPr sz="3200" b="1" baseline="0">
                <a:latin typeface="Segoe UI" panose="020B0502040204020203" pitchFamily="34" charset="0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18BDBBF7-5AF0-484C-8F5D-2E63514725B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1086209"/>
            <a:ext cx="11483999" cy="5554800"/>
          </a:xfrm>
        </p:spPr>
        <p:txBody>
          <a:bodyPr lIns="0" tIns="0" rIns="0" bIns="0"/>
          <a:lstStyle>
            <a:lvl1pPr marL="457200" indent="-288000">
              <a:lnSpc>
                <a:spcPct val="100000"/>
              </a:lnSpc>
              <a:spcBef>
                <a:spcPts val="1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80010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2pPr>
            <a:lvl3pPr marL="125730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18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3pPr>
            <a:lvl4pPr marL="165735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4pPr>
            <a:lvl5pPr marL="211455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20352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822EB0E-EECE-4C2C-9DA5-CAD943924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9E0545-F36D-46A8-80E8-4D7A24F47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31A28A-8B01-4C55-AFFC-BD7DCD9FA1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C9B28F-F970-441F-AA51-7AA60D21E0C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98905D-5BE5-463A-91EC-6946C2F3A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BFA8C5-613B-46DD-8711-62421F01CF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615C9-4F7A-490D-92A7-0B48FED7C5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8373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1801E7-1C75-4533-8F2E-E1D0D70578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地球観測社会システム</a:t>
            </a:r>
            <a:br>
              <a:rPr lang="en-US" altLang="ja-JP" dirty="0"/>
            </a:br>
            <a:r>
              <a:rPr lang="ja-JP" altLang="en-US" dirty="0"/>
              <a:t>第</a:t>
            </a:r>
            <a:r>
              <a:rPr lang="en-US" altLang="ja-JP" dirty="0"/>
              <a:t>10</a:t>
            </a:r>
            <a:r>
              <a:rPr lang="ja-JP" altLang="en-US" dirty="0"/>
              <a:t>回経過報告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EDAE8FC-4B19-40DC-8D83-16DD22904E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宮澤健人</a:t>
            </a:r>
          </a:p>
          <a:p>
            <a:endParaRPr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1BD750-A000-43E0-95F7-FD10619C9F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TW" altLang="en-US" dirty="0"/>
              <a:t>千葉大学</a:t>
            </a:r>
            <a:r>
              <a:rPr lang="ja-JP" altLang="en-US" dirty="0"/>
              <a:t>大学院　融合理工学府　リモートセンシングコース</a:t>
            </a:r>
            <a:r>
              <a:rPr lang="en-US" altLang="ja-JP" dirty="0"/>
              <a:t>1</a:t>
            </a:r>
            <a:r>
              <a:rPr lang="ja-JP" altLang="en-US" dirty="0"/>
              <a:t>年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723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31C9F-35A0-B840-1505-7E5E4C411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1B4A2B83-A671-4AF2-B27C-DD6F1C1C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前回までの進捗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FBD2164-7476-4422-50E2-93444D1102B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/>
          <a:lstStyle/>
          <a:p>
            <a:r>
              <a:rPr kumimoji="1" lang="ja-JP" altLang="en-US" dirty="0"/>
              <a:t>発展課題</a:t>
            </a:r>
            <a:r>
              <a:rPr lang="en-US" altLang="ja-JP" dirty="0"/>
              <a:t>3</a:t>
            </a:r>
            <a:r>
              <a:rPr lang="ja-JP" altLang="en-US" dirty="0"/>
              <a:t>に取り組み、</a:t>
            </a:r>
            <a:r>
              <a:rPr lang="en-US" altLang="ja-JP" dirty="0"/>
              <a:t>Serial </a:t>
            </a:r>
            <a:r>
              <a:rPr lang="en-US" altLang="ja-JP" dirty="0" err="1"/>
              <a:t>EnSRF</a:t>
            </a:r>
            <a:r>
              <a:rPr lang="ja-JP" altLang="en-US" dirty="0"/>
              <a:t>での</a:t>
            </a:r>
            <a:r>
              <a:rPr lang="en-US" altLang="ja-JP" dirty="0"/>
              <a:t>EFSO</a:t>
            </a:r>
            <a:r>
              <a:rPr lang="ja-JP" altLang="en-US"/>
              <a:t>を実装した</a:t>
            </a:r>
            <a:endParaRPr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599EE56-3E5D-15F3-9E5C-094EF8FD4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048" y="1292956"/>
            <a:ext cx="5694548" cy="16200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511876F9-F7E1-4BC3-92CC-74EABAC18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437" y="3012280"/>
            <a:ext cx="6034563" cy="360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C59D054-E26B-42E7-B688-4B1EFFEC4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485" y="3054594"/>
            <a:ext cx="6034563" cy="3600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385028D0-E6DB-4B70-AFEF-ABC5CB52B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999" y="1575437"/>
            <a:ext cx="5994969" cy="9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582713-2542-5EBA-3086-E23201803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今回の進捗</a:t>
            </a:r>
            <a:endParaRPr kumimoji="1" lang="ja-JP" altLang="en-US" dirty="0"/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81E65F40-5092-1BB2-4F55-9350D1AD12C4}"/>
              </a:ext>
            </a:extLst>
          </p:cNvPr>
          <p:cNvCxnSpPr/>
          <p:nvPr/>
        </p:nvCxnSpPr>
        <p:spPr>
          <a:xfrm flipV="1">
            <a:off x="2492156" y="3454147"/>
            <a:ext cx="3444" cy="28808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7A10196-38C7-DEF4-5589-D1056EF9C586}"/>
              </a:ext>
            </a:extLst>
          </p:cNvPr>
          <p:cNvSpPr txBox="1"/>
          <p:nvPr/>
        </p:nvSpPr>
        <p:spPr>
          <a:xfrm rot="16200000">
            <a:off x="1441778" y="3678901"/>
            <a:ext cx="1468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Segoe UI"/>
                <a:ea typeface="メイリオ"/>
              </a:rPr>
              <a:t>model space</a:t>
            </a: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AE202F1E-3E91-7245-647C-20C153B4F210}"/>
              </a:ext>
            </a:extLst>
          </p:cNvPr>
          <p:cNvCxnSpPr/>
          <p:nvPr/>
        </p:nvCxnSpPr>
        <p:spPr>
          <a:xfrm>
            <a:off x="2492156" y="6334969"/>
            <a:ext cx="77768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00DCB8B-5B40-BB0F-D91B-646BA5219F59}"/>
              </a:ext>
            </a:extLst>
          </p:cNvPr>
          <p:cNvSpPr txBox="1"/>
          <p:nvPr/>
        </p:nvSpPr>
        <p:spPr>
          <a:xfrm>
            <a:off x="9408369" y="6362007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Segoe UI"/>
                <a:ea typeface="メイリオ"/>
              </a:rPr>
              <a:t>time (</a:t>
            </a:r>
            <a:r>
              <a:rPr lang="en-US" dirty="0" err="1">
                <a:solidFill>
                  <a:prstClr val="black"/>
                </a:solidFill>
                <a:latin typeface="Segoe UI"/>
                <a:ea typeface="メイリオ"/>
              </a:rPr>
              <a:t>hr</a:t>
            </a:r>
            <a:r>
              <a:rPr lang="en-US" dirty="0">
                <a:solidFill>
                  <a:prstClr val="black"/>
                </a:solidFill>
                <a:latin typeface="Segoe UI"/>
                <a:ea typeface="メイリオ"/>
              </a:rPr>
              <a:t>)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FB949C4-30DD-C23C-4631-F1E7E4E23AC5}"/>
              </a:ext>
            </a:extLst>
          </p:cNvPr>
          <p:cNvCxnSpPr/>
          <p:nvPr/>
        </p:nvCxnSpPr>
        <p:spPr>
          <a:xfrm>
            <a:off x="3935760" y="3433961"/>
            <a:ext cx="0" cy="288000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675FA1D-4CD6-14E3-0C52-26A2093A1AA0}"/>
              </a:ext>
            </a:extLst>
          </p:cNvPr>
          <p:cNvCxnSpPr/>
          <p:nvPr/>
        </p:nvCxnSpPr>
        <p:spPr>
          <a:xfrm>
            <a:off x="5375920" y="3433962"/>
            <a:ext cx="0" cy="288000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84AB3F7-88E8-70F2-FEDA-124D728B4698}"/>
              </a:ext>
            </a:extLst>
          </p:cNvPr>
          <p:cNvCxnSpPr/>
          <p:nvPr/>
        </p:nvCxnSpPr>
        <p:spPr>
          <a:xfrm>
            <a:off x="8256240" y="3407250"/>
            <a:ext cx="0" cy="288000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BFBD207-CA32-3527-5EC9-797D5CB5D35E}"/>
              </a:ext>
            </a:extLst>
          </p:cNvPr>
          <p:cNvSpPr txBox="1"/>
          <p:nvPr/>
        </p:nvSpPr>
        <p:spPr>
          <a:xfrm>
            <a:off x="3727548" y="6355132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Segoe UI"/>
                <a:ea typeface="メイリオ"/>
              </a:rPr>
              <a:t>-6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1EEED13-139A-634B-61BE-7A1020798227}"/>
              </a:ext>
            </a:extLst>
          </p:cNvPr>
          <p:cNvSpPr txBox="1"/>
          <p:nvPr/>
        </p:nvSpPr>
        <p:spPr>
          <a:xfrm>
            <a:off x="5221070" y="636200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Segoe UI"/>
                <a:ea typeface="メイリオ"/>
              </a:rPr>
              <a:t>0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DD3B526-3AE9-7E13-E8B7-993B5B255B54}"/>
              </a:ext>
            </a:extLst>
          </p:cNvPr>
          <p:cNvSpPr txBox="1"/>
          <p:nvPr/>
        </p:nvSpPr>
        <p:spPr>
          <a:xfrm>
            <a:off x="8119361" y="6348257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i="1" dirty="0">
                <a:solidFill>
                  <a:prstClr val="black"/>
                </a:solidFill>
                <a:latin typeface="Segoe UI"/>
                <a:ea typeface="メイリオ"/>
              </a:rPr>
              <a:t>t</a:t>
            </a:r>
          </a:p>
        </p:txBody>
      </p:sp>
      <p:sp>
        <p:nvSpPr>
          <p:cNvPr id="14" name="フリーフォーム 16">
            <a:extLst>
              <a:ext uri="{FF2B5EF4-FFF2-40B4-BE49-F238E27FC236}">
                <a16:creationId xmlns:a16="http://schemas.microsoft.com/office/drawing/2014/main" id="{A91F13F2-D05F-75ED-B132-C46AFF42E901}"/>
              </a:ext>
            </a:extLst>
          </p:cNvPr>
          <p:cNvSpPr/>
          <p:nvPr/>
        </p:nvSpPr>
        <p:spPr>
          <a:xfrm rot="219154">
            <a:off x="2999656" y="5360171"/>
            <a:ext cx="6264696" cy="903516"/>
          </a:xfrm>
          <a:custGeom>
            <a:avLst/>
            <a:gdLst>
              <a:gd name="connsiteX0" fmla="*/ 0 w 3077882"/>
              <a:gd name="connsiteY0" fmla="*/ 1422400 h 1422400"/>
              <a:gd name="connsiteX1" fmla="*/ 591670 w 3077882"/>
              <a:gd name="connsiteY1" fmla="*/ 705223 h 1422400"/>
              <a:gd name="connsiteX2" fmla="*/ 1571812 w 3077882"/>
              <a:gd name="connsiteY2" fmla="*/ 806823 h 1422400"/>
              <a:gd name="connsiteX3" fmla="*/ 3077882 w 3077882"/>
              <a:gd name="connsiteY3" fmla="*/ 0 h 142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7882" h="1422400">
                <a:moveTo>
                  <a:pt x="0" y="1422400"/>
                </a:moveTo>
                <a:cubicBezTo>
                  <a:pt x="164850" y="1115109"/>
                  <a:pt x="329701" y="807819"/>
                  <a:pt x="591670" y="705223"/>
                </a:cubicBezTo>
                <a:cubicBezTo>
                  <a:pt x="853639" y="602627"/>
                  <a:pt x="1157443" y="924360"/>
                  <a:pt x="1571812" y="806823"/>
                </a:cubicBezTo>
                <a:cubicBezTo>
                  <a:pt x="1986181" y="689286"/>
                  <a:pt x="2532031" y="344643"/>
                  <a:pt x="3077882" y="0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Segoe UI"/>
              <a:ea typeface="メイリオ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C19FAFB-8F6B-125B-342C-9AB911FB6141}"/>
              </a:ext>
            </a:extLst>
          </p:cNvPr>
          <p:cNvSpPr txBox="1"/>
          <p:nvPr/>
        </p:nvSpPr>
        <p:spPr>
          <a:xfrm>
            <a:off x="9251362" y="5201015"/>
            <a:ext cx="1777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b="1" i="1" dirty="0">
                <a:solidFill>
                  <a:srgbClr val="FF0000"/>
                </a:solidFill>
                <a:latin typeface="Segoe UI"/>
                <a:ea typeface="メイリオ"/>
              </a:rPr>
              <a:t>truth state</a:t>
            </a:r>
          </a:p>
          <a:p>
            <a:pPr>
              <a:defRPr/>
            </a:pPr>
            <a:r>
              <a:rPr lang="en-US" b="1" i="1" dirty="0">
                <a:solidFill>
                  <a:srgbClr val="FF0000"/>
                </a:solidFill>
                <a:latin typeface="Segoe UI"/>
                <a:ea typeface="メイリオ"/>
              </a:rPr>
              <a:t>(unknown)</a:t>
            </a:r>
          </a:p>
        </p:txBody>
      </p:sp>
      <p:sp>
        <p:nvSpPr>
          <p:cNvPr id="16" name="フリーフォーム 18">
            <a:extLst>
              <a:ext uri="{FF2B5EF4-FFF2-40B4-BE49-F238E27FC236}">
                <a16:creationId xmlns:a16="http://schemas.microsoft.com/office/drawing/2014/main" id="{B05825F1-FF4B-7004-1E95-95E10E505AA7}"/>
              </a:ext>
            </a:extLst>
          </p:cNvPr>
          <p:cNvSpPr/>
          <p:nvPr/>
        </p:nvSpPr>
        <p:spPr>
          <a:xfrm>
            <a:off x="3935760" y="3791834"/>
            <a:ext cx="4320480" cy="1236008"/>
          </a:xfrm>
          <a:custGeom>
            <a:avLst/>
            <a:gdLst>
              <a:gd name="connsiteX0" fmla="*/ 0 w 2169459"/>
              <a:gd name="connsiteY0" fmla="*/ 1171388 h 1236008"/>
              <a:gd name="connsiteX1" fmla="*/ 759012 w 2169459"/>
              <a:gd name="connsiteY1" fmla="*/ 1105647 h 1236008"/>
              <a:gd name="connsiteX2" fmla="*/ 2169459 w 2169459"/>
              <a:gd name="connsiteY2" fmla="*/ 0 h 1236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9459" h="1236008">
                <a:moveTo>
                  <a:pt x="0" y="1171388"/>
                </a:moveTo>
                <a:cubicBezTo>
                  <a:pt x="198718" y="1236133"/>
                  <a:pt x="397436" y="1300878"/>
                  <a:pt x="759012" y="1105647"/>
                </a:cubicBezTo>
                <a:cubicBezTo>
                  <a:pt x="1120588" y="910416"/>
                  <a:pt x="1645023" y="455208"/>
                  <a:pt x="2169459" y="0"/>
                </a:cubicBez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black"/>
              </a:solidFill>
              <a:latin typeface="Segoe UI"/>
              <a:ea typeface="メイリオ"/>
            </a:endParaRPr>
          </a:p>
        </p:txBody>
      </p:sp>
      <p:sp>
        <p:nvSpPr>
          <p:cNvPr id="17" name="星 5 20">
            <a:extLst>
              <a:ext uri="{FF2B5EF4-FFF2-40B4-BE49-F238E27FC236}">
                <a16:creationId xmlns:a16="http://schemas.microsoft.com/office/drawing/2014/main" id="{74C4ADC0-4E91-DAC4-822F-0B3127A00CF9}"/>
              </a:ext>
            </a:extLst>
          </p:cNvPr>
          <p:cNvSpPr/>
          <p:nvPr/>
        </p:nvSpPr>
        <p:spPr>
          <a:xfrm>
            <a:off x="5303596" y="5833328"/>
            <a:ext cx="168280" cy="158242"/>
          </a:xfrm>
          <a:prstGeom prst="star5">
            <a:avLst/>
          </a:prstGeom>
          <a:solidFill>
            <a:srgbClr val="FFFF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Segoe UI"/>
              <a:ea typeface="メイリオ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30179C6-E6F5-CD49-E717-8C045A0C160D}"/>
              </a:ext>
            </a:extLst>
          </p:cNvPr>
          <p:cNvSpPr txBox="1"/>
          <p:nvPr/>
        </p:nvSpPr>
        <p:spPr>
          <a:xfrm rot="19885797">
            <a:off x="4687499" y="4817750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600" b="1" i="1" dirty="0">
                <a:solidFill>
                  <a:srgbClr val="F79646">
                    <a:lumMod val="75000"/>
                  </a:srgbClr>
                </a:solidFill>
                <a:latin typeface="Segoe UI"/>
                <a:ea typeface="メイリオ"/>
              </a:rPr>
              <a:t>AN incr.</a:t>
            </a:r>
          </a:p>
          <a:p>
            <a:pPr algn="ctr">
              <a:defRPr/>
            </a:pPr>
            <a:r>
              <a:rPr lang="en-US" sz="1600" b="1" i="1" dirty="0">
                <a:solidFill>
                  <a:srgbClr val="F79646">
                    <a:lumMod val="75000"/>
                  </a:srgbClr>
                </a:solidFill>
                <a:latin typeface="Segoe UI"/>
                <a:ea typeface="メイリオ"/>
              </a:rPr>
              <a:t>By DA</a:t>
            </a:r>
          </a:p>
        </p:txBody>
      </p:sp>
      <p:sp>
        <p:nvSpPr>
          <p:cNvPr id="19" name="円/楕円 24">
            <a:extLst>
              <a:ext uri="{FF2B5EF4-FFF2-40B4-BE49-F238E27FC236}">
                <a16:creationId xmlns:a16="http://schemas.microsoft.com/office/drawing/2014/main" id="{DD24EAA2-E299-9FEC-FE1C-841F651BCD25}"/>
              </a:ext>
            </a:extLst>
          </p:cNvPr>
          <p:cNvSpPr/>
          <p:nvPr/>
        </p:nvSpPr>
        <p:spPr>
          <a:xfrm>
            <a:off x="3888471" y="4919172"/>
            <a:ext cx="90000" cy="90000"/>
          </a:xfrm>
          <a:prstGeom prst="ellipse">
            <a:avLst/>
          </a:prstGeom>
          <a:solidFill>
            <a:srgbClr val="3333FF"/>
          </a:solidFill>
          <a:ln>
            <a:solidFill>
              <a:srgbClr val="3333FF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Segoe UI"/>
              <a:ea typeface="メイリオ"/>
            </a:endParaRPr>
          </a:p>
        </p:txBody>
      </p:sp>
      <p:sp>
        <p:nvSpPr>
          <p:cNvPr id="20" name="円/楕円 25">
            <a:extLst>
              <a:ext uri="{FF2B5EF4-FFF2-40B4-BE49-F238E27FC236}">
                <a16:creationId xmlns:a16="http://schemas.microsoft.com/office/drawing/2014/main" id="{2EF6D8B1-157F-FC2D-D1D0-2DDBDCE5AD1E}"/>
              </a:ext>
            </a:extLst>
          </p:cNvPr>
          <p:cNvSpPr/>
          <p:nvPr/>
        </p:nvSpPr>
        <p:spPr>
          <a:xfrm>
            <a:off x="8206409" y="5055742"/>
            <a:ext cx="90000" cy="9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Segoe UI"/>
              <a:ea typeface="メイリオ"/>
            </a:endParaRPr>
          </a:p>
        </p:txBody>
      </p:sp>
      <p:sp>
        <p:nvSpPr>
          <p:cNvPr id="21" name="円/楕円 26">
            <a:extLst>
              <a:ext uri="{FF2B5EF4-FFF2-40B4-BE49-F238E27FC236}">
                <a16:creationId xmlns:a16="http://schemas.microsoft.com/office/drawing/2014/main" id="{006C7194-95FD-5EB8-4E19-6FD9E15CE75B}"/>
              </a:ext>
            </a:extLst>
          </p:cNvPr>
          <p:cNvSpPr/>
          <p:nvPr/>
        </p:nvSpPr>
        <p:spPr>
          <a:xfrm>
            <a:off x="5325797" y="4867297"/>
            <a:ext cx="90000" cy="9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Segoe UI"/>
              <a:ea typeface="メイリオ"/>
            </a:endParaRPr>
          </a:p>
        </p:txBody>
      </p:sp>
      <p:sp>
        <p:nvSpPr>
          <p:cNvPr id="22" name="円/楕円 27">
            <a:extLst>
              <a:ext uri="{FF2B5EF4-FFF2-40B4-BE49-F238E27FC236}">
                <a16:creationId xmlns:a16="http://schemas.microsoft.com/office/drawing/2014/main" id="{1C97AF23-6F46-F231-5F39-01AD481699C8}"/>
              </a:ext>
            </a:extLst>
          </p:cNvPr>
          <p:cNvSpPr/>
          <p:nvPr/>
        </p:nvSpPr>
        <p:spPr>
          <a:xfrm>
            <a:off x="5330920" y="5590964"/>
            <a:ext cx="90000" cy="90000"/>
          </a:xfrm>
          <a:prstGeom prst="ellipse">
            <a:avLst/>
          </a:prstGeom>
          <a:solidFill>
            <a:srgbClr val="3333FF"/>
          </a:solidFill>
          <a:ln>
            <a:solidFill>
              <a:srgbClr val="3333FF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Segoe UI"/>
              <a:ea typeface="メイリオ"/>
            </a:endParaRPr>
          </a:p>
        </p:txBody>
      </p:sp>
      <p:sp>
        <p:nvSpPr>
          <p:cNvPr id="23" name="円/楕円 28">
            <a:extLst>
              <a:ext uri="{FF2B5EF4-FFF2-40B4-BE49-F238E27FC236}">
                <a16:creationId xmlns:a16="http://schemas.microsoft.com/office/drawing/2014/main" id="{68B522AA-EBF6-219A-777A-0531858B94CA}"/>
              </a:ext>
            </a:extLst>
          </p:cNvPr>
          <p:cNvSpPr/>
          <p:nvPr/>
        </p:nvSpPr>
        <p:spPr>
          <a:xfrm>
            <a:off x="8199534" y="3746834"/>
            <a:ext cx="90000" cy="9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Segoe UI"/>
              <a:ea typeface="メイリオ"/>
            </a:endParaRPr>
          </a:p>
        </p:txBody>
      </p:sp>
      <p:sp>
        <p:nvSpPr>
          <p:cNvPr id="24" name="フリーフォーム 32">
            <a:extLst>
              <a:ext uri="{FF2B5EF4-FFF2-40B4-BE49-F238E27FC236}">
                <a16:creationId xmlns:a16="http://schemas.microsoft.com/office/drawing/2014/main" id="{321E2409-CFB5-404D-BC35-B162CCF21157}"/>
              </a:ext>
            </a:extLst>
          </p:cNvPr>
          <p:cNvSpPr/>
          <p:nvPr/>
        </p:nvSpPr>
        <p:spPr>
          <a:xfrm>
            <a:off x="5386199" y="5107418"/>
            <a:ext cx="2870041" cy="559006"/>
          </a:xfrm>
          <a:custGeom>
            <a:avLst/>
            <a:gdLst>
              <a:gd name="connsiteX0" fmla="*/ 0 w 1422400"/>
              <a:gd name="connsiteY0" fmla="*/ 543858 h 559006"/>
              <a:gd name="connsiteX1" fmla="*/ 466165 w 1422400"/>
              <a:gd name="connsiteY1" fmla="*/ 490070 h 559006"/>
              <a:gd name="connsiteX2" fmla="*/ 1422400 w 1422400"/>
              <a:gd name="connsiteY2" fmla="*/ 0 h 559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2400" h="559006">
                <a:moveTo>
                  <a:pt x="0" y="543858"/>
                </a:moveTo>
                <a:cubicBezTo>
                  <a:pt x="114549" y="562285"/>
                  <a:pt x="229098" y="580713"/>
                  <a:pt x="466165" y="490070"/>
                </a:cubicBezTo>
                <a:cubicBezTo>
                  <a:pt x="703232" y="399427"/>
                  <a:pt x="1062816" y="199713"/>
                  <a:pt x="1422400" y="0"/>
                </a:cubicBez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black"/>
              </a:solidFill>
              <a:latin typeface="Segoe UI"/>
              <a:ea typeface="メイリオ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778E420-9B98-2A83-EFAD-601C216ACE90}"/>
              </a:ext>
            </a:extLst>
          </p:cNvPr>
          <p:cNvSpPr txBox="1"/>
          <p:nvPr/>
        </p:nvSpPr>
        <p:spPr>
          <a:xfrm>
            <a:off x="4625048" y="3040335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i="1" dirty="0">
                <a:solidFill>
                  <a:prstClr val="black"/>
                </a:solidFill>
                <a:latin typeface="Segoe UI"/>
                <a:ea typeface="メイリオ"/>
              </a:rPr>
              <a:t>analysis time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2D03149-936C-F55C-BF8E-C42925EF4AAA}"/>
              </a:ext>
            </a:extLst>
          </p:cNvPr>
          <p:cNvSpPr txBox="1"/>
          <p:nvPr/>
        </p:nvSpPr>
        <p:spPr>
          <a:xfrm rot="19885797">
            <a:off x="7782691" y="3796308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600" b="1" i="1" dirty="0">
                <a:solidFill>
                  <a:srgbClr val="F79646">
                    <a:lumMod val="75000"/>
                  </a:srgbClr>
                </a:solidFill>
                <a:latin typeface="Segoe UI"/>
                <a:ea typeface="メイリオ"/>
              </a:rPr>
              <a:t>FCST Error </a:t>
            </a:r>
          </a:p>
          <a:p>
            <a:pPr algn="ctr">
              <a:defRPr/>
            </a:pPr>
            <a:r>
              <a:rPr lang="en-US" sz="1600" b="1" i="1" dirty="0">
                <a:solidFill>
                  <a:srgbClr val="F79646">
                    <a:lumMod val="75000"/>
                  </a:srgbClr>
                </a:solidFill>
                <a:latin typeface="Segoe UI"/>
                <a:ea typeface="メイリオ"/>
              </a:rPr>
              <a:t>Reduced by DA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6FC34DE-D1B8-D105-5ABD-7C921D7B22DF}"/>
              </a:ext>
            </a:extLst>
          </p:cNvPr>
          <p:cNvSpPr txBox="1"/>
          <p:nvPr/>
        </p:nvSpPr>
        <p:spPr>
          <a:xfrm>
            <a:off x="7236775" y="3040335"/>
            <a:ext cx="1797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i="1" dirty="0">
                <a:solidFill>
                  <a:prstClr val="black"/>
                </a:solidFill>
                <a:latin typeface="Segoe UI"/>
                <a:ea typeface="メイリオ"/>
              </a:rPr>
              <a:t>verification time</a:t>
            </a:r>
          </a:p>
        </p:txBody>
      </p:sp>
      <p:sp>
        <p:nvSpPr>
          <p:cNvPr id="28" name="二等辺三角形 27">
            <a:extLst>
              <a:ext uri="{FF2B5EF4-FFF2-40B4-BE49-F238E27FC236}">
                <a16:creationId xmlns:a16="http://schemas.microsoft.com/office/drawing/2014/main" id="{481A9B13-1E4A-EB39-0AC9-9C250890C8FA}"/>
              </a:ext>
            </a:extLst>
          </p:cNvPr>
          <p:cNvSpPr/>
          <p:nvPr/>
        </p:nvSpPr>
        <p:spPr>
          <a:xfrm>
            <a:off x="8181752" y="5730056"/>
            <a:ext cx="138822" cy="132042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Segoe UI"/>
              <a:ea typeface="メイリオ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0FC38C9-A996-2490-F69F-1685655B3779}"/>
              </a:ext>
            </a:extLst>
          </p:cNvPr>
          <p:cNvSpPr txBox="1"/>
          <p:nvPr/>
        </p:nvSpPr>
        <p:spPr>
          <a:xfrm>
            <a:off x="8325012" y="5668886"/>
            <a:ext cx="1777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b="1" i="1" dirty="0">
                <a:solidFill>
                  <a:srgbClr val="00B050"/>
                </a:solidFill>
                <a:latin typeface="Segoe UI"/>
                <a:ea typeface="メイリオ"/>
              </a:rPr>
              <a:t>reference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Object 6">
                <a:extLst>
                  <a:ext uri="{FF2B5EF4-FFF2-40B4-BE49-F238E27FC236}">
                    <a16:creationId xmlns:a16="http://schemas.microsoft.com/office/drawing/2014/main" id="{603AD65A-285A-BED1-2394-163E0881265F}"/>
                  </a:ext>
                </a:extLst>
              </p:cNvPr>
              <p:cNvSpPr txBox="1"/>
              <p:nvPr/>
            </p:nvSpPr>
            <p:spPr bwMode="auto">
              <a:xfrm>
                <a:off x="3307191" y="4597999"/>
                <a:ext cx="695854" cy="4931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ja-JP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4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acc>
                        </m:e>
                        <m:sub>
                          <m: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−6</m:t>
                          </m:r>
                        </m:sub>
                        <m:sup>
                          <m: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ja-JP" altLang="en-US" sz="2400" dirty="0"/>
              </a:p>
            </p:txBody>
          </p:sp>
        </mc:Choice>
        <mc:Fallback>
          <p:sp>
            <p:nvSpPr>
              <p:cNvPr id="30" name="Object 6">
                <a:extLst>
                  <a:ext uri="{FF2B5EF4-FFF2-40B4-BE49-F238E27FC236}">
                    <a16:creationId xmlns:a16="http://schemas.microsoft.com/office/drawing/2014/main" id="{603AD65A-285A-BED1-2394-163E08812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07191" y="4597999"/>
                <a:ext cx="695854" cy="4931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Object 6">
                <a:extLst>
                  <a:ext uri="{FF2B5EF4-FFF2-40B4-BE49-F238E27FC236}">
                    <a16:creationId xmlns:a16="http://schemas.microsoft.com/office/drawing/2014/main" id="{4CE5CF46-9C60-738C-3D92-3BE62BF3CDBC}"/>
                  </a:ext>
                </a:extLst>
              </p:cNvPr>
              <p:cNvSpPr txBox="1"/>
              <p:nvPr/>
            </p:nvSpPr>
            <p:spPr bwMode="auto">
              <a:xfrm>
                <a:off x="4613640" y="4346534"/>
                <a:ext cx="695854" cy="4931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ja-JP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4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acc>
                        </m:e>
                        <m:sub>
                          <m: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0|−6</m:t>
                          </m:r>
                        </m:sub>
                        <m:sup>
                          <m: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ja-JP" altLang="en-US" sz="2400" dirty="0"/>
              </a:p>
            </p:txBody>
          </p:sp>
        </mc:Choice>
        <mc:Fallback>
          <p:sp>
            <p:nvSpPr>
              <p:cNvPr id="31" name="Object 6">
                <a:extLst>
                  <a:ext uri="{FF2B5EF4-FFF2-40B4-BE49-F238E27FC236}">
                    <a16:creationId xmlns:a16="http://schemas.microsoft.com/office/drawing/2014/main" id="{4CE5CF46-9C60-738C-3D92-3BE62BF3C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13640" y="4346534"/>
                <a:ext cx="695854" cy="493100"/>
              </a:xfrm>
              <a:prstGeom prst="rect">
                <a:avLst/>
              </a:prstGeom>
              <a:blipFill>
                <a:blip r:embed="rId3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Object 6">
                <a:extLst>
                  <a:ext uri="{FF2B5EF4-FFF2-40B4-BE49-F238E27FC236}">
                    <a16:creationId xmlns:a16="http://schemas.microsoft.com/office/drawing/2014/main" id="{38D83EE0-05F0-B133-D4B1-5C910FA60949}"/>
                  </a:ext>
                </a:extLst>
              </p:cNvPr>
              <p:cNvSpPr txBox="1"/>
              <p:nvPr/>
            </p:nvSpPr>
            <p:spPr bwMode="auto">
              <a:xfrm>
                <a:off x="7457953" y="3368395"/>
                <a:ext cx="695854" cy="4931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ja-JP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4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acc>
                        </m:e>
                        <m:sub>
                          <m: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|−6</m:t>
                          </m:r>
                        </m:sub>
                        <m:sup>
                          <m: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ja-JP" altLang="en-US" sz="2400" dirty="0"/>
              </a:p>
            </p:txBody>
          </p:sp>
        </mc:Choice>
        <mc:Fallback>
          <p:sp>
            <p:nvSpPr>
              <p:cNvPr id="32" name="Object 6">
                <a:extLst>
                  <a:ext uri="{FF2B5EF4-FFF2-40B4-BE49-F238E27FC236}">
                    <a16:creationId xmlns:a16="http://schemas.microsoft.com/office/drawing/2014/main" id="{38D83EE0-05F0-B133-D4B1-5C910FA60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57953" y="3368395"/>
                <a:ext cx="695854" cy="493100"/>
              </a:xfrm>
              <a:prstGeom prst="rect">
                <a:avLst/>
              </a:prstGeom>
              <a:blipFill>
                <a:blip r:embed="rId4"/>
                <a:stretch>
                  <a:fillRect r="-34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6">
                <a:extLst>
                  <a:ext uri="{FF2B5EF4-FFF2-40B4-BE49-F238E27FC236}">
                    <a16:creationId xmlns:a16="http://schemas.microsoft.com/office/drawing/2014/main" id="{9EC9884D-65EC-68A7-F870-4645589EFB63}"/>
                  </a:ext>
                </a:extLst>
              </p:cNvPr>
              <p:cNvSpPr txBox="1"/>
              <p:nvPr/>
            </p:nvSpPr>
            <p:spPr bwMode="auto">
              <a:xfrm>
                <a:off x="4743519" y="5287939"/>
                <a:ext cx="695854" cy="4931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ja-JP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4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acc>
                        </m:e>
                        <m:sub>
                          <m: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ja-JP" altLang="en-US" sz="2400" dirty="0"/>
              </a:p>
            </p:txBody>
          </p:sp>
        </mc:Choice>
        <mc:Fallback>
          <p:sp>
            <p:nvSpPr>
              <p:cNvPr id="33" name="Object 6">
                <a:extLst>
                  <a:ext uri="{FF2B5EF4-FFF2-40B4-BE49-F238E27FC236}">
                    <a16:creationId xmlns:a16="http://schemas.microsoft.com/office/drawing/2014/main" id="{9EC9884D-65EC-68A7-F870-4645589EF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43519" y="5287939"/>
                <a:ext cx="695854" cy="493100"/>
              </a:xfrm>
              <a:prstGeom prst="rect">
                <a:avLst/>
              </a:prstGeom>
              <a:blipFill>
                <a:blip r:embed="rId5"/>
                <a:stretch>
                  <a:fillRect r="-877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Object 6">
                <a:extLst>
                  <a:ext uri="{FF2B5EF4-FFF2-40B4-BE49-F238E27FC236}">
                    <a16:creationId xmlns:a16="http://schemas.microsoft.com/office/drawing/2014/main" id="{02C2E72B-6132-4C0B-1338-C35B38A3566E}"/>
                  </a:ext>
                </a:extLst>
              </p:cNvPr>
              <p:cNvSpPr txBox="1"/>
              <p:nvPr/>
            </p:nvSpPr>
            <p:spPr bwMode="auto">
              <a:xfrm>
                <a:off x="4930882" y="5684397"/>
                <a:ext cx="398463" cy="53498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ja-JP" altLang="en-US" sz="2400" dirty="0"/>
              </a:p>
            </p:txBody>
          </p:sp>
        </mc:Choice>
        <mc:Fallback>
          <p:sp>
            <p:nvSpPr>
              <p:cNvPr id="34" name="Object 6">
                <a:extLst>
                  <a:ext uri="{FF2B5EF4-FFF2-40B4-BE49-F238E27FC236}">
                    <a16:creationId xmlns:a16="http://schemas.microsoft.com/office/drawing/2014/main" id="{02C2E72B-6132-4C0B-1338-C35B38A35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30882" y="5684397"/>
                <a:ext cx="398463" cy="534987"/>
              </a:xfrm>
              <a:prstGeom prst="rect">
                <a:avLst/>
              </a:prstGeom>
              <a:blipFill>
                <a:blip r:embed="rId6"/>
                <a:stretch>
                  <a:fillRect l="-6154" r="-123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Object 6">
                <a:extLst>
                  <a:ext uri="{FF2B5EF4-FFF2-40B4-BE49-F238E27FC236}">
                    <a16:creationId xmlns:a16="http://schemas.microsoft.com/office/drawing/2014/main" id="{2C799EE3-2BE3-6C12-B950-E62013A86A5B}"/>
                  </a:ext>
                </a:extLst>
              </p:cNvPr>
              <p:cNvSpPr txBox="1"/>
              <p:nvPr/>
            </p:nvSpPr>
            <p:spPr bwMode="auto">
              <a:xfrm>
                <a:off x="8310436" y="4820865"/>
                <a:ext cx="695854" cy="4931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ja-JP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4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acc>
                        </m:e>
                        <m:sub>
                          <m: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|0</m:t>
                          </m:r>
                        </m:sub>
                        <m:sup>
                          <m: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ja-JP" altLang="en-US" sz="2400" dirty="0"/>
              </a:p>
            </p:txBody>
          </p:sp>
        </mc:Choice>
        <mc:Fallback>
          <p:sp>
            <p:nvSpPr>
              <p:cNvPr id="35" name="Object 6">
                <a:extLst>
                  <a:ext uri="{FF2B5EF4-FFF2-40B4-BE49-F238E27FC236}">
                    <a16:creationId xmlns:a16="http://schemas.microsoft.com/office/drawing/2014/main" id="{2C799EE3-2BE3-6C12-B950-E62013A86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10436" y="4820865"/>
                <a:ext cx="695854" cy="4931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右矢印 49">
            <a:extLst>
              <a:ext uri="{FF2B5EF4-FFF2-40B4-BE49-F238E27FC236}">
                <a16:creationId xmlns:a16="http://schemas.microsoft.com/office/drawing/2014/main" id="{E4BA43F6-BBA8-9F90-CDAF-2979768906EB}"/>
              </a:ext>
            </a:extLst>
          </p:cNvPr>
          <p:cNvSpPr/>
          <p:nvPr/>
        </p:nvSpPr>
        <p:spPr>
          <a:xfrm rot="5400000">
            <a:off x="5130959" y="5136937"/>
            <a:ext cx="500081" cy="231424"/>
          </a:xfrm>
          <a:prstGeom prst="rightArrow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Segoe UI"/>
              <a:ea typeface="メイリオ"/>
            </a:endParaRPr>
          </a:p>
        </p:txBody>
      </p:sp>
      <p:sp>
        <p:nvSpPr>
          <p:cNvPr id="37" name="右矢印 50">
            <a:extLst>
              <a:ext uri="{FF2B5EF4-FFF2-40B4-BE49-F238E27FC236}">
                <a16:creationId xmlns:a16="http://schemas.microsoft.com/office/drawing/2014/main" id="{CA6E81EA-8732-2733-C839-43D583D0AD75}"/>
              </a:ext>
            </a:extLst>
          </p:cNvPr>
          <p:cNvSpPr/>
          <p:nvPr/>
        </p:nvSpPr>
        <p:spPr>
          <a:xfrm rot="5400000">
            <a:off x="7682497" y="4334857"/>
            <a:ext cx="1140904" cy="231424"/>
          </a:xfrm>
          <a:prstGeom prst="rightArrow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Segoe UI"/>
              <a:ea typeface="メイリオ"/>
            </a:endParaRPr>
          </a:p>
        </p:txBody>
      </p:sp>
      <p:sp>
        <p:nvSpPr>
          <p:cNvPr id="38" name="コンテンツ プレースホルダー 6">
            <a:extLst>
              <a:ext uri="{FF2B5EF4-FFF2-40B4-BE49-F238E27FC236}">
                <a16:creationId xmlns:a16="http://schemas.microsoft.com/office/drawing/2014/main" id="{9FA5F590-5021-45AA-95C1-F87CF75EFF4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/>
          <a:lstStyle/>
          <a:p>
            <a:r>
              <a:rPr lang="en-US" altLang="ja-JP" dirty="0"/>
              <a:t>EFSO</a:t>
            </a:r>
            <a:r>
              <a:rPr lang="ja-JP" altLang="en-US" dirty="0"/>
              <a:t>の計算過程の確認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222216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31C9F-35A0-B840-1505-7E5E4C411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1B4A2B83-A671-4AF2-B27C-DD6F1C1C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今回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FBD2164-7476-4422-50E2-93444D1102B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/>
          <a:lstStyle/>
          <a:p>
            <a:r>
              <a:rPr lang="en-US" altLang="ja-JP" dirty="0"/>
              <a:t>LETKF</a:t>
            </a:r>
            <a:r>
              <a:rPr lang="ja-JP" altLang="en-US" dirty="0"/>
              <a:t>での</a:t>
            </a:r>
            <a:r>
              <a:rPr lang="en-US" altLang="ja-JP" dirty="0"/>
              <a:t>EFSO</a:t>
            </a:r>
            <a:r>
              <a:rPr lang="ja-JP" altLang="en-US" dirty="0"/>
              <a:t>の実装</a:t>
            </a:r>
            <a:endParaRPr lang="en-US" altLang="ja-JP" dirty="0"/>
          </a:p>
          <a:p>
            <a:pPr lvl="1"/>
            <a:r>
              <a:rPr lang="ja-JP" altLang="en-US" dirty="0"/>
              <a:t>以下のステップで</a:t>
            </a:r>
            <a:r>
              <a:rPr lang="en-US" altLang="ja-JP" dirty="0"/>
              <a:t>EFSO</a:t>
            </a:r>
            <a:r>
              <a:rPr lang="ja-JP" altLang="en-US" dirty="0"/>
              <a:t>を実装</a:t>
            </a:r>
            <a:endParaRPr lang="en-US" altLang="ja-JP" dirty="0"/>
          </a:p>
          <a:p>
            <a:pPr marL="969300" lvl="1" indent="-457200">
              <a:buFont typeface="+mj-lt"/>
              <a:buAutoNum type="arabicPeriod"/>
            </a:pPr>
            <a:r>
              <a:rPr lang="ja-JP" altLang="en-US" dirty="0"/>
              <a:t>背景場を予測する</a:t>
            </a:r>
            <a:endParaRPr lang="en-US" altLang="ja-JP" dirty="0"/>
          </a:p>
          <a:p>
            <a:pPr marL="969300" lvl="1" indent="-457200">
              <a:buFont typeface="+mj-lt"/>
              <a:buAutoNum type="arabicPeriod"/>
            </a:pPr>
            <a:r>
              <a:rPr lang="en-US" altLang="ja-JP" dirty="0"/>
              <a:t>1</a:t>
            </a:r>
            <a:r>
              <a:rPr lang="ja-JP" altLang="en-US" dirty="0"/>
              <a:t>に特定の観測地点のみを同化する</a:t>
            </a:r>
            <a:endParaRPr lang="en-US" altLang="ja-JP" dirty="0"/>
          </a:p>
          <a:p>
            <a:pPr marL="969300" lvl="1" indent="-457200">
              <a:buFont typeface="+mj-lt"/>
              <a:buAutoNum type="arabicPeriod"/>
            </a:pPr>
            <a:r>
              <a:rPr lang="en-US" altLang="ja-JP" dirty="0"/>
              <a:t>1</a:t>
            </a:r>
            <a:r>
              <a:rPr lang="ja-JP" altLang="en-US" dirty="0"/>
              <a:t>と</a:t>
            </a:r>
            <a:r>
              <a:rPr lang="en-US" altLang="ja-JP" dirty="0"/>
              <a:t>2</a:t>
            </a:r>
            <a:r>
              <a:rPr lang="ja-JP" altLang="en-US" dirty="0"/>
              <a:t>をそれぞれ</a:t>
            </a:r>
            <a:r>
              <a:rPr lang="en-US" altLang="ja-JP" dirty="0"/>
              <a:t>8</a:t>
            </a:r>
            <a:r>
              <a:rPr lang="ja-JP" altLang="en-US" dirty="0"/>
              <a:t>ステップ分予測を進める</a:t>
            </a:r>
            <a:endParaRPr lang="en-US" altLang="ja-JP" dirty="0"/>
          </a:p>
          <a:p>
            <a:pPr marL="969300" lvl="1" indent="-457200">
              <a:buFont typeface="+mj-lt"/>
              <a:buAutoNum type="arabicPeriod"/>
            </a:pPr>
            <a:r>
              <a:rPr lang="en-US" altLang="ja-JP" dirty="0"/>
              <a:t>8</a:t>
            </a:r>
            <a:r>
              <a:rPr lang="ja-JP" altLang="en-US" dirty="0"/>
              <a:t>ステップ先の観測値を参照値として</a:t>
            </a:r>
            <a:r>
              <a:rPr lang="en-US" altLang="ja-JP" dirty="0"/>
              <a:t>2</a:t>
            </a:r>
            <a:r>
              <a:rPr lang="ja-JP" altLang="en-US" dirty="0"/>
              <a:t>と</a:t>
            </a:r>
            <a:r>
              <a:rPr lang="en-US" altLang="ja-JP" dirty="0"/>
              <a:t>3</a:t>
            </a:r>
            <a:r>
              <a:rPr lang="ja-JP" altLang="en-US" dirty="0"/>
              <a:t>の間の観測インパクトを求める</a:t>
            </a:r>
            <a:endParaRPr lang="en-US" altLang="ja-JP" dirty="0"/>
          </a:p>
          <a:p>
            <a:pPr marL="969300" lvl="1" indent="-457200">
              <a:buFont typeface="+mj-lt"/>
              <a:buAutoNum type="arabicPeriod"/>
            </a:pPr>
            <a:r>
              <a:rPr lang="en-US" altLang="ja-JP" dirty="0"/>
              <a:t>2~4</a:t>
            </a:r>
            <a:r>
              <a:rPr lang="ja-JP" altLang="en-US" dirty="0"/>
              <a:t>を各観測地点で繰り返し、観測インパクトが良い観測地点のみを同化する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r>
              <a:rPr lang="ja-JP" altLang="en-US" dirty="0"/>
              <a:t>この実験を</a:t>
            </a:r>
            <a:r>
              <a:rPr lang="en-US" altLang="ja-JP" dirty="0"/>
              <a:t>1</a:t>
            </a:r>
            <a:r>
              <a:rPr lang="ja-JP" altLang="en-US" dirty="0"/>
              <a:t>年分</a:t>
            </a:r>
            <a:r>
              <a:rPr lang="en-US" altLang="ja-JP" dirty="0"/>
              <a:t>(1460</a:t>
            </a:r>
            <a:r>
              <a:rPr lang="ja-JP" altLang="en-US" dirty="0"/>
              <a:t>ステップ</a:t>
            </a:r>
            <a:r>
              <a:rPr lang="en-US" altLang="ja-JP" dirty="0"/>
              <a:t>)</a:t>
            </a:r>
            <a:r>
              <a:rPr lang="ja-JP" altLang="en-US" dirty="0"/>
              <a:t>でそれぞれ独立して実施し、解析値と</a:t>
            </a:r>
            <a:r>
              <a:rPr lang="en-US" altLang="ja-JP" dirty="0"/>
              <a:t>8</a:t>
            </a:r>
            <a:r>
              <a:rPr lang="ja-JP" altLang="en-US" dirty="0"/>
              <a:t>ステップ先の予報値の真値に対する</a:t>
            </a:r>
            <a:r>
              <a:rPr lang="en-US" altLang="ja-JP" dirty="0"/>
              <a:t>RMSE</a:t>
            </a:r>
            <a:r>
              <a:rPr lang="ja-JP" altLang="en-US"/>
              <a:t>がどれだけ向上したかを可視化する</a:t>
            </a:r>
            <a:endParaRPr lang="en-US" altLang="ja-JP" dirty="0"/>
          </a:p>
          <a:p>
            <a:pPr marL="969300" lvl="1" indent="-457200">
              <a:buFont typeface="+mj-lt"/>
              <a:buAutoNum type="arabicPeriod"/>
            </a:pPr>
            <a:endParaRPr lang="en-US" altLang="ja-JP" dirty="0"/>
          </a:p>
          <a:p>
            <a:pPr marL="969300" lvl="1" indent="-457200">
              <a:buFont typeface="+mj-lt"/>
              <a:buAutoNum type="arabicPeriod"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471392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31C9F-35A0-B840-1505-7E5E4C411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1B4A2B83-A671-4AF2-B27C-DD6F1C1C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今回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FBD2164-7476-4422-50E2-93444D1102B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/>
          <a:lstStyle/>
          <a:p>
            <a:r>
              <a:rPr lang="ja-JP" altLang="en-US" dirty="0"/>
              <a:t>結果</a:t>
            </a:r>
            <a:endParaRPr lang="en-US" altLang="ja-JP" dirty="0"/>
          </a:p>
          <a:p>
            <a:pPr marL="169200" indent="0">
              <a:buNone/>
            </a:pPr>
            <a:endParaRPr lang="en-US" altLang="ja-JP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B23AEB1-08AF-44EE-B59F-81445BDE8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733" y="863662"/>
            <a:ext cx="6593834" cy="3096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9D8CE26D-F21B-4A91-B670-238600C10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523" y="4511185"/>
            <a:ext cx="5678088" cy="234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F57C34FF-6B2F-4E2B-B6D2-90B5AD6BC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44" y="4518000"/>
            <a:ext cx="5678088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08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31C9F-35A0-B840-1505-7E5E4C411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1B4A2B83-A671-4AF2-B27C-DD6F1C1C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今回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FBD2164-7476-4422-50E2-93444D1102B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/>
          <a:lstStyle/>
          <a:p>
            <a:r>
              <a:rPr lang="ja-JP" altLang="en-US" dirty="0"/>
              <a:t>結果</a:t>
            </a:r>
            <a:endParaRPr lang="en-US" altLang="ja-JP" dirty="0"/>
          </a:p>
          <a:p>
            <a:pPr marL="169200" indent="0">
              <a:buNone/>
            </a:pPr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7EC5553-6CF4-4D1A-BA43-B8025FCAA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536" y="1132436"/>
            <a:ext cx="6188923" cy="288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2CB2BF3-5AC3-472D-B933-9711EDCA5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912" y="4518000"/>
            <a:ext cx="5678088" cy="2340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F8C4F9E1-87DC-4F90-B5D4-DA40C3DCA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22" y="4490139"/>
            <a:ext cx="5678088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845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31C9F-35A0-B840-1505-7E5E4C411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1B4A2B83-A671-4AF2-B27C-DD6F1C1C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今回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FBD2164-7476-4422-50E2-93444D1102B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/>
          <a:lstStyle/>
          <a:p>
            <a:r>
              <a:rPr lang="ja-JP" altLang="en-US" dirty="0"/>
              <a:t>結果</a:t>
            </a:r>
            <a:endParaRPr lang="en-US" altLang="ja-JP" dirty="0"/>
          </a:p>
          <a:p>
            <a:pPr marL="169200" indent="0">
              <a:buNone/>
            </a:pPr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B51EE3F-8244-4FB6-B030-7A6CB787F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34" y="1517588"/>
            <a:ext cx="963930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255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198</Words>
  <Application>Microsoft Office PowerPoint</Application>
  <PresentationFormat>ワイド画面</PresentationFormat>
  <Paragraphs>44</Paragraphs>
  <Slides>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游ゴシック</vt:lpstr>
      <vt:lpstr>游ゴシック Light</vt:lpstr>
      <vt:lpstr>Arial</vt:lpstr>
      <vt:lpstr>Cambria Math</vt:lpstr>
      <vt:lpstr>Segoe UI</vt:lpstr>
      <vt:lpstr>Office テーマ</vt:lpstr>
      <vt:lpstr>地球観測社会システム 第10回経過報告</vt:lpstr>
      <vt:lpstr>前回までの進捗</vt:lpstr>
      <vt:lpstr>今回の進捗</vt:lpstr>
      <vt:lpstr>今回</vt:lpstr>
      <vt:lpstr>今回</vt:lpstr>
      <vt:lpstr>今回</vt:lpstr>
      <vt:lpstr>今回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地球観測社会システム 第10回経過報告</dc:title>
  <dc:creator>cgfa6170</dc:creator>
  <cp:lastModifiedBy>cgfa6170</cp:lastModifiedBy>
  <cp:revision>27</cp:revision>
  <dcterms:created xsi:type="dcterms:W3CDTF">2025-12-25T03:44:58Z</dcterms:created>
  <dcterms:modified xsi:type="dcterms:W3CDTF">2025-12-25T05:32:12Z</dcterms:modified>
</cp:coreProperties>
</file>