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745" r:id="rId2"/>
    <p:sldId id="2057" r:id="rId3"/>
    <p:sldId id="2064" r:id="rId4"/>
    <p:sldId id="2065" r:id="rId5"/>
    <p:sldId id="2068" r:id="rId6"/>
    <p:sldId id="2066" r:id="rId7"/>
    <p:sldId id="2067" r:id="rId8"/>
    <p:sldId id="2069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9B7A37-24FA-42BC-9CBD-13F3DBE6D3CA}" v="6" dt="2025-12-03T15:23:46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fa6170" userId="46cde8c4-1d5f-444e-a8bb-106eec3feaad" providerId="ADAL" clId="{A536451E-CB62-466F-86FB-D0FAE876C875}"/>
    <pc:docChg chg="undo custSel addSld delSld modSld sldOrd">
      <pc:chgData name="cgfa6170" userId="46cde8c4-1d5f-444e-a8bb-106eec3feaad" providerId="ADAL" clId="{A536451E-CB62-466F-86FB-D0FAE876C875}" dt="2025-12-03T15:59:24.505" v="862" actId="20577"/>
      <pc:docMkLst>
        <pc:docMk/>
      </pc:docMkLst>
      <pc:sldChg chg="add">
        <pc:chgData name="cgfa6170" userId="46cde8c4-1d5f-444e-a8bb-106eec3feaad" providerId="ADAL" clId="{A536451E-CB62-466F-86FB-D0FAE876C875}" dt="2025-12-03T15:23:46.352" v="685"/>
        <pc:sldMkLst>
          <pc:docMk/>
          <pc:sldMk cId="1853656746" sldId="2057"/>
        </pc:sldMkLst>
      </pc:sldChg>
      <pc:sldChg chg="modSp mod">
        <pc:chgData name="cgfa6170" userId="46cde8c4-1d5f-444e-a8bb-106eec3feaad" providerId="ADAL" clId="{A536451E-CB62-466F-86FB-D0FAE876C875}" dt="2025-12-03T15:59:24.505" v="862" actId="20577"/>
        <pc:sldMkLst>
          <pc:docMk/>
          <pc:sldMk cId="1967762033" sldId="2064"/>
        </pc:sldMkLst>
        <pc:spChg chg="mod">
          <ac:chgData name="cgfa6170" userId="46cde8c4-1d5f-444e-a8bb-106eec3feaad" providerId="ADAL" clId="{A536451E-CB62-466F-86FB-D0FAE876C875}" dt="2025-12-03T15:59:24.505" v="862" actId="20577"/>
          <ac:spMkLst>
            <pc:docMk/>
            <pc:sldMk cId="1967762033" sldId="2064"/>
            <ac:spMk id="3" creationId="{F9BD6BD7-30C5-F3A6-057A-76FC51383290}"/>
          </ac:spMkLst>
        </pc:spChg>
      </pc:sldChg>
      <pc:sldChg chg="addSp delSp modSp add del mod ord">
        <pc:chgData name="cgfa6170" userId="46cde8c4-1d5f-444e-a8bb-106eec3feaad" providerId="ADAL" clId="{A536451E-CB62-466F-86FB-D0FAE876C875}" dt="2025-12-03T15:18:18.725" v="362" actId="20577"/>
        <pc:sldMkLst>
          <pc:docMk/>
          <pc:sldMk cId="1102116655" sldId="2066"/>
        </pc:sldMkLst>
        <pc:spChg chg="mod">
          <ac:chgData name="cgfa6170" userId="46cde8c4-1d5f-444e-a8bb-106eec3feaad" providerId="ADAL" clId="{A536451E-CB62-466F-86FB-D0FAE876C875}" dt="2025-12-03T15:12:36.242" v="23" actId="20577"/>
          <ac:spMkLst>
            <pc:docMk/>
            <pc:sldMk cId="1102116655" sldId="2066"/>
            <ac:spMk id="6" creationId="{8F99F45E-6E11-42BE-BE28-1DC6881DC7CE}"/>
          </ac:spMkLst>
        </pc:spChg>
        <pc:spChg chg="add mod">
          <ac:chgData name="cgfa6170" userId="46cde8c4-1d5f-444e-a8bb-106eec3feaad" providerId="ADAL" clId="{A536451E-CB62-466F-86FB-D0FAE876C875}" dt="2025-12-03T15:18:18.725" v="362" actId="20577"/>
          <ac:spMkLst>
            <pc:docMk/>
            <pc:sldMk cId="1102116655" sldId="2066"/>
            <ac:spMk id="13" creationId="{5D0A8448-45B3-7F91-84B1-FE85CAAE7A22}"/>
          </ac:spMkLst>
        </pc:spChg>
        <pc:spChg chg="add mod">
          <ac:chgData name="cgfa6170" userId="46cde8c4-1d5f-444e-a8bb-106eec3feaad" providerId="ADAL" clId="{A536451E-CB62-466F-86FB-D0FAE876C875}" dt="2025-12-03T15:18:09.001" v="356" actId="20577"/>
          <ac:spMkLst>
            <pc:docMk/>
            <pc:sldMk cId="1102116655" sldId="2066"/>
            <ac:spMk id="14" creationId="{8B589E71-F90B-35CE-64D7-F1DE9EB9E4F8}"/>
          </ac:spMkLst>
        </pc:spChg>
        <pc:picChg chg="del">
          <ac:chgData name="cgfa6170" userId="46cde8c4-1d5f-444e-a8bb-106eec3feaad" providerId="ADAL" clId="{A536451E-CB62-466F-86FB-D0FAE876C875}" dt="2025-12-03T15:15:47.644" v="141" actId="478"/>
          <ac:picMkLst>
            <pc:docMk/>
            <pc:sldMk cId="1102116655" sldId="2066"/>
            <ac:picMk id="3" creationId="{2F4518A9-D846-C20D-2CF3-DE6314CEB101}"/>
          </ac:picMkLst>
        </pc:picChg>
        <pc:picChg chg="add mod">
          <ac:chgData name="cgfa6170" userId="46cde8c4-1d5f-444e-a8bb-106eec3feaad" providerId="ADAL" clId="{A536451E-CB62-466F-86FB-D0FAE876C875}" dt="2025-12-03T15:16:39.516" v="299" actId="1076"/>
          <ac:picMkLst>
            <pc:docMk/>
            <pc:sldMk cId="1102116655" sldId="2066"/>
            <ac:picMk id="4" creationId="{EF53E179-938A-9C7B-200A-B53DF9EC6B56}"/>
          </ac:picMkLst>
        </pc:picChg>
        <pc:picChg chg="del">
          <ac:chgData name="cgfa6170" userId="46cde8c4-1d5f-444e-a8bb-106eec3feaad" providerId="ADAL" clId="{A536451E-CB62-466F-86FB-D0FAE876C875}" dt="2025-12-03T15:15:49.475" v="142" actId="478"/>
          <ac:picMkLst>
            <pc:docMk/>
            <pc:sldMk cId="1102116655" sldId="2066"/>
            <ac:picMk id="5" creationId="{425B99FA-6E70-A649-1258-F7C9EA3A1852}"/>
          </ac:picMkLst>
        </pc:picChg>
        <pc:picChg chg="add mod">
          <ac:chgData name="cgfa6170" userId="46cde8c4-1d5f-444e-a8bb-106eec3feaad" providerId="ADAL" clId="{A536451E-CB62-466F-86FB-D0FAE876C875}" dt="2025-12-03T15:16:41.315" v="300" actId="1076"/>
          <ac:picMkLst>
            <pc:docMk/>
            <pc:sldMk cId="1102116655" sldId="2066"/>
            <ac:picMk id="12" creationId="{A9F51E53-15FC-0E9E-10C4-7813BAC6B867}"/>
          </ac:picMkLst>
        </pc:picChg>
      </pc:sldChg>
      <pc:sldChg chg="addSp delSp modSp add mod ord">
        <pc:chgData name="cgfa6170" userId="46cde8c4-1d5f-444e-a8bb-106eec3feaad" providerId="ADAL" clId="{A536451E-CB62-466F-86FB-D0FAE876C875}" dt="2025-12-03T15:22:43.826" v="656" actId="1076"/>
        <pc:sldMkLst>
          <pc:docMk/>
          <pc:sldMk cId="2108349388" sldId="2067"/>
        </pc:sldMkLst>
        <pc:spChg chg="mod">
          <ac:chgData name="cgfa6170" userId="46cde8c4-1d5f-444e-a8bb-106eec3feaad" providerId="ADAL" clId="{A536451E-CB62-466F-86FB-D0FAE876C875}" dt="2025-12-03T15:14:31.793" v="40" actId="20577"/>
          <ac:spMkLst>
            <pc:docMk/>
            <pc:sldMk cId="2108349388" sldId="2067"/>
            <ac:spMk id="6" creationId="{8F99F45E-6E11-42BE-BE28-1DC6881DC7CE}"/>
          </ac:spMkLst>
        </pc:spChg>
        <pc:spChg chg="mod">
          <ac:chgData name="cgfa6170" userId="46cde8c4-1d5f-444e-a8bb-106eec3feaad" providerId="ADAL" clId="{A536451E-CB62-466F-86FB-D0FAE876C875}" dt="2025-12-03T15:18:35.473" v="383" actId="20577"/>
          <ac:spMkLst>
            <pc:docMk/>
            <pc:sldMk cId="2108349388" sldId="2067"/>
            <ac:spMk id="7" creationId="{2B8E83CA-CFAE-4900-9BEE-979834A48AFD}"/>
          </ac:spMkLst>
        </pc:spChg>
        <pc:spChg chg="add mod">
          <ac:chgData name="cgfa6170" userId="46cde8c4-1d5f-444e-a8bb-106eec3feaad" providerId="ADAL" clId="{A536451E-CB62-466F-86FB-D0FAE876C875}" dt="2025-12-03T15:20:40.907" v="578"/>
          <ac:spMkLst>
            <pc:docMk/>
            <pc:sldMk cId="2108349388" sldId="2067"/>
            <ac:spMk id="17" creationId="{4A12A362-1682-45F1-7629-602AE0159DDF}"/>
          </ac:spMkLst>
        </pc:spChg>
        <pc:spChg chg="add mod">
          <ac:chgData name="cgfa6170" userId="46cde8c4-1d5f-444e-a8bb-106eec3feaad" providerId="ADAL" clId="{A536451E-CB62-466F-86FB-D0FAE876C875}" dt="2025-12-03T15:20:40.907" v="578"/>
          <ac:spMkLst>
            <pc:docMk/>
            <pc:sldMk cId="2108349388" sldId="2067"/>
            <ac:spMk id="18" creationId="{EEF249BA-2DDA-C106-9C90-8D8B0BCD0521}"/>
          </ac:spMkLst>
        </pc:spChg>
        <pc:picChg chg="del">
          <ac:chgData name="cgfa6170" userId="46cde8c4-1d5f-444e-a8bb-106eec3feaad" providerId="ADAL" clId="{A536451E-CB62-466F-86FB-D0FAE876C875}" dt="2025-12-03T15:14:42.858" v="41" actId="478"/>
          <ac:picMkLst>
            <pc:docMk/>
            <pc:sldMk cId="2108349388" sldId="2067"/>
            <ac:picMk id="3" creationId="{31DEE4C0-3EE2-FC68-98FA-3B9B596C2812}"/>
          </ac:picMkLst>
        </pc:picChg>
        <pc:picChg chg="add del mod">
          <ac:chgData name="cgfa6170" userId="46cde8c4-1d5f-444e-a8bb-106eec3feaad" providerId="ADAL" clId="{A536451E-CB62-466F-86FB-D0FAE876C875}" dt="2025-12-03T15:18:46.871" v="384" actId="478"/>
          <ac:picMkLst>
            <pc:docMk/>
            <pc:sldMk cId="2108349388" sldId="2067"/>
            <ac:picMk id="4" creationId="{5CACE6F1-2206-75AC-0D3F-89185CDB0412}"/>
          </ac:picMkLst>
        </pc:picChg>
        <pc:picChg chg="del">
          <ac:chgData name="cgfa6170" userId="46cde8c4-1d5f-444e-a8bb-106eec3feaad" providerId="ADAL" clId="{A536451E-CB62-466F-86FB-D0FAE876C875}" dt="2025-12-03T15:14:45.211" v="42" actId="478"/>
          <ac:picMkLst>
            <pc:docMk/>
            <pc:sldMk cId="2108349388" sldId="2067"/>
            <ac:picMk id="5" creationId="{DF2921C8-07BE-9913-A60F-2728BD79B847}"/>
          </ac:picMkLst>
        </pc:picChg>
        <pc:picChg chg="add mod">
          <ac:chgData name="cgfa6170" userId="46cde8c4-1d5f-444e-a8bb-106eec3feaad" providerId="ADAL" clId="{A536451E-CB62-466F-86FB-D0FAE876C875}" dt="2025-12-03T15:20:32.393" v="577" actId="1076"/>
          <ac:picMkLst>
            <pc:docMk/>
            <pc:sldMk cId="2108349388" sldId="2067"/>
            <ac:picMk id="9" creationId="{0A237636-9317-3E16-3CBB-EF218B8D67CE}"/>
          </ac:picMkLst>
        </pc:picChg>
        <pc:picChg chg="add del mod">
          <ac:chgData name="cgfa6170" userId="46cde8c4-1d5f-444e-a8bb-106eec3feaad" providerId="ADAL" clId="{A536451E-CB62-466F-86FB-D0FAE876C875}" dt="2025-12-03T15:20:06.746" v="497" actId="478"/>
          <ac:picMkLst>
            <pc:docMk/>
            <pc:sldMk cId="2108349388" sldId="2067"/>
            <ac:picMk id="14" creationId="{4C81CCA2-3991-E6C9-27A5-795E446553E0}"/>
          </ac:picMkLst>
        </pc:picChg>
        <pc:picChg chg="add del mod">
          <ac:chgData name="cgfa6170" userId="46cde8c4-1d5f-444e-a8bb-106eec3feaad" providerId="ADAL" clId="{A536451E-CB62-466F-86FB-D0FAE876C875}" dt="2025-12-03T15:22:25.542" v="580" actId="478"/>
          <ac:picMkLst>
            <pc:docMk/>
            <pc:sldMk cId="2108349388" sldId="2067"/>
            <ac:picMk id="16" creationId="{52B43344-7A5E-85D4-A1DE-0F45CF4C3790}"/>
          </ac:picMkLst>
        </pc:picChg>
        <pc:picChg chg="add mod">
          <ac:chgData name="cgfa6170" userId="46cde8c4-1d5f-444e-a8bb-106eec3feaad" providerId="ADAL" clId="{A536451E-CB62-466F-86FB-D0FAE876C875}" dt="2025-12-03T15:22:43.826" v="656" actId="1076"/>
          <ac:picMkLst>
            <pc:docMk/>
            <pc:sldMk cId="2108349388" sldId="2067"/>
            <ac:picMk id="20" creationId="{82691C98-4941-B451-6A8C-FE41E18B85D4}"/>
          </ac:picMkLst>
        </pc:picChg>
      </pc:sldChg>
      <pc:sldChg chg="addSp delSp modSp add mod">
        <pc:chgData name="cgfa6170" userId="46cde8c4-1d5f-444e-a8bb-106eec3feaad" providerId="ADAL" clId="{A536451E-CB62-466F-86FB-D0FAE876C875}" dt="2025-12-03T15:28:37.113" v="840" actId="20577"/>
        <pc:sldMkLst>
          <pc:docMk/>
          <pc:sldMk cId="27564020" sldId="2069"/>
        </pc:sldMkLst>
        <pc:spChg chg="mod">
          <ac:chgData name="cgfa6170" userId="46cde8c4-1d5f-444e-a8bb-106eec3feaad" providerId="ADAL" clId="{A536451E-CB62-466F-86FB-D0FAE876C875}" dt="2025-12-03T15:23:16.625" v="684" actId="20577"/>
          <ac:spMkLst>
            <pc:docMk/>
            <pc:sldMk cId="27564020" sldId="2069"/>
            <ac:spMk id="6" creationId="{1B4A2B83-A671-4AF2-B27C-DD6F1C1C06BF}"/>
          </ac:spMkLst>
        </pc:spChg>
        <pc:spChg chg="mod">
          <ac:chgData name="cgfa6170" userId="46cde8c4-1d5f-444e-a8bb-106eec3feaad" providerId="ADAL" clId="{A536451E-CB62-466F-86FB-D0FAE876C875}" dt="2025-12-03T15:28:37.113" v="840" actId="20577"/>
          <ac:spMkLst>
            <pc:docMk/>
            <pc:sldMk cId="27564020" sldId="2069"/>
            <ac:spMk id="7" creationId="{2FBD2164-7476-4422-50E2-93444D1102BB}"/>
          </ac:spMkLst>
        </pc:spChg>
        <pc:picChg chg="add mod">
          <ac:chgData name="cgfa6170" userId="46cde8c4-1d5f-444e-a8bb-106eec3feaad" providerId="ADAL" clId="{A536451E-CB62-466F-86FB-D0FAE876C875}" dt="2025-12-03T15:27:22.458" v="745" actId="1076"/>
          <ac:picMkLst>
            <pc:docMk/>
            <pc:sldMk cId="27564020" sldId="2069"/>
            <ac:picMk id="3" creationId="{90E0BF59-65B4-9C5A-A877-EFA0F1F993BE}"/>
          </ac:picMkLst>
        </pc:picChg>
        <pc:picChg chg="add mod">
          <ac:chgData name="cgfa6170" userId="46cde8c4-1d5f-444e-a8bb-106eec3feaad" providerId="ADAL" clId="{A536451E-CB62-466F-86FB-D0FAE876C875}" dt="2025-12-03T15:27:11.187" v="736" actId="1076"/>
          <ac:picMkLst>
            <pc:docMk/>
            <pc:sldMk cId="27564020" sldId="2069"/>
            <ac:picMk id="5" creationId="{D599EE56-3E5D-15F3-9E5C-094EF8FD4474}"/>
          </ac:picMkLst>
        </pc:picChg>
        <pc:picChg chg="add mod">
          <ac:chgData name="cgfa6170" userId="46cde8c4-1d5f-444e-a8bb-106eec3feaad" providerId="ADAL" clId="{A536451E-CB62-466F-86FB-D0FAE876C875}" dt="2025-12-03T15:27:13.942" v="737" actId="1076"/>
          <ac:picMkLst>
            <pc:docMk/>
            <pc:sldMk cId="27564020" sldId="2069"/>
            <ac:picMk id="9" creationId="{B838CCF3-153D-C50B-32AE-A48581EC2EEF}"/>
          </ac:picMkLst>
        </pc:picChg>
        <pc:picChg chg="add del mod">
          <ac:chgData name="cgfa6170" userId="46cde8c4-1d5f-444e-a8bb-106eec3feaad" providerId="ADAL" clId="{A536451E-CB62-466F-86FB-D0FAE876C875}" dt="2025-12-03T15:27:41.984" v="748" actId="478"/>
          <ac:picMkLst>
            <pc:docMk/>
            <pc:sldMk cId="27564020" sldId="2069"/>
            <ac:picMk id="11" creationId="{23D99378-7678-E9DC-031D-DA4C5EF09F36}"/>
          </ac:picMkLst>
        </pc:picChg>
      </pc:sldChg>
    </pc:docChg>
  </pc:docChgLst>
  <pc:docChgLst>
    <pc:chgData name="cgfa6170" userId="46cde8c4-1d5f-444e-a8bb-106eec3feaad" providerId="ADAL" clId="{3D0E8BF4-551E-480C-8035-535235C5F42B}"/>
    <pc:docChg chg="undo custSel delSld modSld">
      <pc:chgData name="cgfa6170" userId="46cde8c4-1d5f-444e-a8bb-106eec3feaad" providerId="ADAL" clId="{3D0E8BF4-551E-480C-8035-535235C5F42B}" dt="2025-12-03T09:37:21.191" v="1893" actId="20577"/>
      <pc:docMkLst>
        <pc:docMk/>
      </pc:docMkLst>
      <pc:sldChg chg="modSp mod">
        <pc:chgData name="cgfa6170" userId="46cde8c4-1d5f-444e-a8bb-106eec3feaad" providerId="ADAL" clId="{3D0E8BF4-551E-480C-8035-535235C5F42B}" dt="2025-12-03T08:18:31.403" v="1055" actId="20577"/>
        <pc:sldMkLst>
          <pc:docMk/>
          <pc:sldMk cId="108723299" sldId="745"/>
        </pc:sldMkLst>
        <pc:spChg chg="mod">
          <ac:chgData name="cgfa6170" userId="46cde8c4-1d5f-444e-a8bb-106eec3feaad" providerId="ADAL" clId="{3D0E8BF4-551E-480C-8035-535235C5F42B}" dt="2025-12-03T08:18:31.403" v="1055" actId="20577"/>
          <ac:spMkLst>
            <pc:docMk/>
            <pc:sldMk cId="108723299" sldId="745"/>
            <ac:spMk id="2" creationId="{1F1801E7-1C75-4533-8F2E-E1D0D70578CB}"/>
          </ac:spMkLst>
        </pc:spChg>
      </pc:sldChg>
      <pc:sldChg chg="del">
        <pc:chgData name="cgfa6170" userId="46cde8c4-1d5f-444e-a8bb-106eec3feaad" providerId="ADAL" clId="{3D0E8BF4-551E-480C-8035-535235C5F42B}" dt="2025-12-03T07:23:47.718" v="0" actId="47"/>
        <pc:sldMkLst>
          <pc:docMk/>
          <pc:sldMk cId="1853656746" sldId="2057"/>
        </pc:sldMkLst>
      </pc:sldChg>
      <pc:sldChg chg="del">
        <pc:chgData name="cgfa6170" userId="46cde8c4-1d5f-444e-a8bb-106eec3feaad" providerId="ADAL" clId="{3D0E8BF4-551E-480C-8035-535235C5F42B}" dt="2025-12-03T07:23:49.137" v="1" actId="47"/>
        <pc:sldMkLst>
          <pc:docMk/>
          <pc:sldMk cId="1039232560" sldId="2061"/>
        </pc:sldMkLst>
      </pc:sldChg>
      <pc:sldChg chg="addSp delSp modSp mod">
        <pc:chgData name="cgfa6170" userId="46cde8c4-1d5f-444e-a8bb-106eec3feaad" providerId="ADAL" clId="{3D0E8BF4-551E-480C-8035-535235C5F42B}" dt="2025-12-03T08:41:08.106" v="1331" actId="20577"/>
        <pc:sldMkLst>
          <pc:docMk/>
          <pc:sldMk cId="1967762033" sldId="2064"/>
        </pc:sldMkLst>
        <pc:spChg chg="mod">
          <ac:chgData name="cgfa6170" userId="46cde8c4-1d5f-444e-a8bb-106eec3feaad" providerId="ADAL" clId="{3D0E8BF4-551E-480C-8035-535235C5F42B}" dt="2025-12-03T08:41:08.106" v="1331" actId="20577"/>
          <ac:spMkLst>
            <pc:docMk/>
            <pc:sldMk cId="1967762033" sldId="2064"/>
            <ac:spMk id="3" creationId="{F9BD6BD7-30C5-F3A6-057A-76FC51383290}"/>
          </ac:spMkLst>
        </pc:spChg>
        <pc:spChg chg="mod">
          <ac:chgData name="cgfa6170" userId="46cde8c4-1d5f-444e-a8bb-106eec3feaad" providerId="ADAL" clId="{3D0E8BF4-551E-480C-8035-535235C5F42B}" dt="2025-12-03T07:50:08.318" v="502" actId="1076"/>
          <ac:spMkLst>
            <pc:docMk/>
            <pc:sldMk cId="1967762033" sldId="2064"/>
            <ac:spMk id="8" creationId="{3E54DEFC-4AAD-686C-1E08-4E5029B61665}"/>
          </ac:spMkLst>
        </pc:spChg>
        <pc:spChg chg="add mod">
          <ac:chgData name="cgfa6170" userId="46cde8c4-1d5f-444e-a8bb-106eec3feaad" providerId="ADAL" clId="{3D0E8BF4-551E-480C-8035-535235C5F42B}" dt="2025-12-03T08:39:24.641" v="1197" actId="1076"/>
          <ac:spMkLst>
            <pc:docMk/>
            <pc:sldMk cId="1967762033" sldId="2064"/>
            <ac:spMk id="13" creationId="{9826348C-F721-4C1B-B795-B5E0090DBBE5}"/>
          </ac:spMkLst>
        </pc:spChg>
        <pc:spChg chg="mod">
          <ac:chgData name="cgfa6170" userId="46cde8c4-1d5f-444e-a8bb-106eec3feaad" providerId="ADAL" clId="{3D0E8BF4-551E-480C-8035-535235C5F42B}" dt="2025-12-03T07:47:32.512" v="345" actId="20577"/>
          <ac:spMkLst>
            <pc:docMk/>
            <pc:sldMk cId="1967762033" sldId="2064"/>
            <ac:spMk id="14" creationId="{664F7DF8-AEF9-596D-77ED-C721CDF96411}"/>
          </ac:spMkLst>
        </pc:spChg>
        <pc:spChg chg="add mod">
          <ac:chgData name="cgfa6170" userId="46cde8c4-1d5f-444e-a8bb-106eec3feaad" providerId="ADAL" clId="{3D0E8BF4-551E-480C-8035-535235C5F42B}" dt="2025-12-03T08:39:24.641" v="1197" actId="1076"/>
          <ac:spMkLst>
            <pc:docMk/>
            <pc:sldMk cId="1967762033" sldId="2064"/>
            <ac:spMk id="15" creationId="{97750BE6-3853-4EAD-9CFD-D359AAAF5102}"/>
          </ac:spMkLst>
        </pc:spChg>
        <pc:spChg chg="mod">
          <ac:chgData name="cgfa6170" userId="46cde8c4-1d5f-444e-a8bb-106eec3feaad" providerId="ADAL" clId="{3D0E8BF4-551E-480C-8035-535235C5F42B}" dt="2025-12-03T07:47:36.763" v="357" actId="20577"/>
          <ac:spMkLst>
            <pc:docMk/>
            <pc:sldMk cId="1967762033" sldId="2064"/>
            <ac:spMk id="19" creationId="{7FFCAC6A-E350-EEB3-0B1A-1A7D09D5888D}"/>
          </ac:spMkLst>
        </pc:spChg>
        <pc:spChg chg="mod">
          <ac:chgData name="cgfa6170" userId="46cde8c4-1d5f-444e-a8bb-106eec3feaad" providerId="ADAL" clId="{3D0E8BF4-551E-480C-8035-535235C5F42B}" dt="2025-12-03T07:46:52.421" v="275" actId="1076"/>
          <ac:spMkLst>
            <pc:docMk/>
            <pc:sldMk cId="1967762033" sldId="2064"/>
            <ac:spMk id="20" creationId="{AE61602C-506B-0027-2656-3A7D07C3AF9B}"/>
          </ac:spMkLst>
        </pc:spChg>
        <pc:picChg chg="add del">
          <ac:chgData name="cgfa6170" userId="46cde8c4-1d5f-444e-a8bb-106eec3feaad" providerId="ADAL" clId="{3D0E8BF4-551E-480C-8035-535235C5F42B}" dt="2025-12-03T07:24:56.401" v="59" actId="22"/>
          <ac:picMkLst>
            <pc:docMk/>
            <pc:sldMk cId="1967762033" sldId="2064"/>
            <ac:picMk id="4" creationId="{B66C9BA7-5439-4A9E-8D74-F9821DFB18D1}"/>
          </ac:picMkLst>
        </pc:picChg>
        <pc:picChg chg="add del mod">
          <ac:chgData name="cgfa6170" userId="46cde8c4-1d5f-444e-a8bb-106eec3feaad" providerId="ADAL" clId="{3D0E8BF4-551E-480C-8035-535235C5F42B}" dt="2025-12-03T08:40:08.996" v="1198" actId="478"/>
          <ac:picMkLst>
            <pc:docMk/>
            <pc:sldMk cId="1967762033" sldId="2064"/>
            <ac:picMk id="10" creationId="{AE68553C-4413-4394-BB6E-5B2BA3669067}"/>
          </ac:picMkLst>
        </pc:picChg>
        <pc:picChg chg="del mod">
          <ac:chgData name="cgfa6170" userId="46cde8c4-1d5f-444e-a8bb-106eec3feaad" providerId="ADAL" clId="{3D0E8BF4-551E-480C-8035-535235C5F42B}" dt="2025-12-03T07:46:59.547" v="294" actId="478"/>
          <ac:picMkLst>
            <pc:docMk/>
            <pc:sldMk cId="1967762033" sldId="2064"/>
            <ac:picMk id="12" creationId="{AE9E6E57-9E99-0378-8FF0-8915BB5C48EC}"/>
          </ac:picMkLst>
        </pc:picChg>
        <pc:picChg chg="add del mod">
          <ac:chgData name="cgfa6170" userId="46cde8c4-1d5f-444e-a8bb-106eec3feaad" providerId="ADAL" clId="{3D0E8BF4-551E-480C-8035-535235C5F42B}" dt="2025-12-03T07:47:28.951" v="338" actId="1076"/>
          <ac:picMkLst>
            <pc:docMk/>
            <pc:sldMk cId="1967762033" sldId="2064"/>
            <ac:picMk id="16" creationId="{508E3BCA-FF17-D0C8-09A6-7CF1EAEF4579}"/>
          </ac:picMkLst>
        </pc:picChg>
        <pc:picChg chg="add mod">
          <ac:chgData name="cgfa6170" userId="46cde8c4-1d5f-444e-a8bb-106eec3feaad" providerId="ADAL" clId="{3D0E8BF4-551E-480C-8035-535235C5F42B}" dt="2025-12-03T08:40:30.554" v="1311" actId="1076"/>
          <ac:picMkLst>
            <pc:docMk/>
            <pc:sldMk cId="1967762033" sldId="2064"/>
            <ac:picMk id="17" creationId="{DD8A772D-2015-4B7F-887F-D39510D508AE}"/>
          </ac:picMkLst>
        </pc:picChg>
        <pc:picChg chg="mod">
          <ac:chgData name="cgfa6170" userId="46cde8c4-1d5f-444e-a8bb-106eec3feaad" providerId="ADAL" clId="{3D0E8BF4-551E-480C-8035-535235C5F42B}" dt="2025-12-03T07:46:54.119" v="293" actId="14100"/>
          <ac:picMkLst>
            <pc:docMk/>
            <pc:sldMk cId="1967762033" sldId="2064"/>
            <ac:picMk id="18" creationId="{6E4D6E4E-0FEF-EE94-767C-BB8EFF202407}"/>
          </ac:picMkLst>
        </pc:picChg>
        <pc:cxnChg chg="add mod">
          <ac:chgData name="cgfa6170" userId="46cde8c4-1d5f-444e-a8bb-106eec3feaad" providerId="ADAL" clId="{3D0E8BF4-551E-480C-8035-535235C5F42B}" dt="2025-12-03T08:39:24.641" v="1197" actId="1076"/>
          <ac:cxnSpMkLst>
            <pc:docMk/>
            <pc:sldMk cId="1967762033" sldId="2064"/>
            <ac:cxnSpMk id="7" creationId="{D598B163-830B-4B52-9CE6-0B9175610D69}"/>
          </ac:cxnSpMkLst>
        </pc:cxnChg>
      </pc:sldChg>
      <pc:sldChg chg="addSp delSp modSp mod">
        <pc:chgData name="cgfa6170" userId="46cde8c4-1d5f-444e-a8bb-106eec3feaad" providerId="ADAL" clId="{3D0E8BF4-551E-480C-8035-535235C5F42B}" dt="2025-12-03T08:42:48.289" v="1446" actId="1076"/>
        <pc:sldMkLst>
          <pc:docMk/>
          <pc:sldMk cId="729575705" sldId="2065"/>
        </pc:sldMkLst>
        <pc:spChg chg="mod">
          <ac:chgData name="cgfa6170" userId="46cde8c4-1d5f-444e-a8bb-106eec3feaad" providerId="ADAL" clId="{3D0E8BF4-551E-480C-8035-535235C5F42B}" dt="2025-12-03T08:27:48.162" v="1069" actId="1076"/>
          <ac:spMkLst>
            <pc:docMk/>
            <pc:sldMk cId="729575705" sldId="2065"/>
            <ac:spMk id="4" creationId="{4695419F-6E53-8F86-D9AB-E7C30EE89B77}"/>
          </ac:spMkLst>
        </pc:spChg>
        <pc:spChg chg="mod">
          <ac:chgData name="cgfa6170" userId="46cde8c4-1d5f-444e-a8bb-106eec3feaad" providerId="ADAL" clId="{3D0E8BF4-551E-480C-8035-535235C5F42B}" dt="2025-12-03T08:27:45.187" v="1068" actId="1076"/>
          <ac:spMkLst>
            <pc:docMk/>
            <pc:sldMk cId="729575705" sldId="2065"/>
            <ac:spMk id="12" creationId="{BBEA7C70-4CCA-E1CA-F40E-D2DE6AD7814A}"/>
          </ac:spMkLst>
        </pc:spChg>
        <pc:spChg chg="mod">
          <ac:chgData name="cgfa6170" userId="46cde8c4-1d5f-444e-a8bb-106eec3feaad" providerId="ADAL" clId="{3D0E8BF4-551E-480C-8035-535235C5F42B}" dt="2025-12-03T08:27:45.187" v="1068" actId="1076"/>
          <ac:spMkLst>
            <pc:docMk/>
            <pc:sldMk cId="729575705" sldId="2065"/>
            <ac:spMk id="13" creationId="{D8EF6B5E-6BA8-C53A-8E70-0117ACC7A66C}"/>
          </ac:spMkLst>
        </pc:spChg>
        <pc:spChg chg="add mod">
          <ac:chgData name="cgfa6170" userId="46cde8c4-1d5f-444e-a8bb-106eec3feaad" providerId="ADAL" clId="{3D0E8BF4-551E-480C-8035-535235C5F42B}" dt="2025-12-03T08:27:45.187" v="1068" actId="1076"/>
          <ac:spMkLst>
            <pc:docMk/>
            <pc:sldMk cId="729575705" sldId="2065"/>
            <ac:spMk id="14" creationId="{00A7B62D-EC8F-4183-9F8A-A6CE1B369882}"/>
          </ac:spMkLst>
        </pc:spChg>
        <pc:picChg chg="add del mod">
          <ac:chgData name="cgfa6170" userId="46cde8c4-1d5f-444e-a8bb-106eec3feaad" providerId="ADAL" clId="{3D0E8BF4-551E-480C-8035-535235C5F42B}" dt="2025-12-03T08:42:00.754" v="1332" actId="478"/>
          <ac:picMkLst>
            <pc:docMk/>
            <pc:sldMk cId="729575705" sldId="2065"/>
            <ac:picMk id="3" creationId="{AE9D5C5D-5FE7-4647-B2D5-AC1A7C17D1A5}"/>
          </ac:picMkLst>
        </pc:picChg>
        <pc:picChg chg="add del mod">
          <ac:chgData name="cgfa6170" userId="46cde8c4-1d5f-444e-a8bb-106eec3feaad" providerId="ADAL" clId="{3D0E8BF4-551E-480C-8035-535235C5F42B}" dt="2025-12-03T08:16:29.558" v="1053" actId="478"/>
          <ac:picMkLst>
            <pc:docMk/>
            <pc:sldMk cId="729575705" sldId="2065"/>
            <ac:picMk id="7" creationId="{9E7FC385-FF4B-4C44-BDE8-5BE1DCFAE14A}"/>
          </ac:picMkLst>
        </pc:picChg>
        <pc:picChg chg="add mod">
          <ac:chgData name="cgfa6170" userId="46cde8c4-1d5f-444e-a8bb-106eec3feaad" providerId="ADAL" clId="{3D0E8BF4-551E-480C-8035-535235C5F42B}" dt="2025-12-03T08:42:48.289" v="1446" actId="1076"/>
          <ac:picMkLst>
            <pc:docMk/>
            <pc:sldMk cId="729575705" sldId="2065"/>
            <ac:picMk id="9" creationId="{CBF5354B-B93D-4D28-9A2A-2728BF660041}"/>
          </ac:picMkLst>
        </pc:picChg>
        <pc:picChg chg="mod">
          <ac:chgData name="cgfa6170" userId="46cde8c4-1d5f-444e-a8bb-106eec3feaad" providerId="ADAL" clId="{3D0E8BF4-551E-480C-8035-535235C5F42B}" dt="2025-12-03T08:27:45.187" v="1068" actId="1076"/>
          <ac:picMkLst>
            <pc:docMk/>
            <pc:sldMk cId="729575705" sldId="2065"/>
            <ac:picMk id="10" creationId="{135478B8-F1AE-F6B5-0929-497A1A507AA1}"/>
          </ac:picMkLst>
        </pc:picChg>
        <pc:picChg chg="mod">
          <ac:chgData name="cgfa6170" userId="46cde8c4-1d5f-444e-a8bb-106eec3feaad" providerId="ADAL" clId="{3D0E8BF4-551E-480C-8035-535235C5F42B}" dt="2025-12-03T08:27:45.187" v="1068" actId="1076"/>
          <ac:picMkLst>
            <pc:docMk/>
            <pc:sldMk cId="729575705" sldId="2065"/>
            <ac:picMk id="11" creationId="{C4EC7682-CB9A-AF08-01A8-8FC6CFB34AE5}"/>
          </ac:picMkLst>
        </pc:picChg>
      </pc:sldChg>
      <pc:sldChg chg="del">
        <pc:chgData name="cgfa6170" userId="46cde8c4-1d5f-444e-a8bb-106eec3feaad" providerId="ADAL" clId="{3D0E8BF4-551E-480C-8035-535235C5F42B}" dt="2025-12-03T09:29:20.616" v="1448" actId="47"/>
        <pc:sldMkLst>
          <pc:docMk/>
          <pc:sldMk cId="1102116655" sldId="2066"/>
        </pc:sldMkLst>
      </pc:sldChg>
      <pc:sldChg chg="del">
        <pc:chgData name="cgfa6170" userId="46cde8c4-1d5f-444e-a8bb-106eec3feaad" providerId="ADAL" clId="{3D0E8BF4-551E-480C-8035-535235C5F42B}" dt="2025-12-03T09:29:21.449" v="1449" actId="47"/>
        <pc:sldMkLst>
          <pc:docMk/>
          <pc:sldMk cId="2108349388" sldId="2067"/>
        </pc:sldMkLst>
      </pc:sldChg>
      <pc:sldChg chg="addSp modSp mod">
        <pc:chgData name="cgfa6170" userId="46cde8c4-1d5f-444e-a8bb-106eec3feaad" providerId="ADAL" clId="{3D0E8BF4-551E-480C-8035-535235C5F42B}" dt="2025-12-03T09:37:21.191" v="1893" actId="20577"/>
        <pc:sldMkLst>
          <pc:docMk/>
          <pc:sldMk cId="607319659" sldId="2068"/>
        </pc:sldMkLst>
        <pc:spChg chg="mod">
          <ac:chgData name="cgfa6170" userId="46cde8c4-1d5f-444e-a8bb-106eec3feaad" providerId="ADAL" clId="{3D0E8BF4-551E-480C-8035-535235C5F42B}" dt="2025-12-03T09:36:13.768" v="1668" actId="1076"/>
          <ac:spMkLst>
            <pc:docMk/>
            <pc:sldMk cId="607319659" sldId="2068"/>
            <ac:spMk id="5" creationId="{8FF13DAD-7BDE-298E-A7D6-7BA3BBD7F799}"/>
          </ac:spMkLst>
        </pc:spChg>
        <pc:spChg chg="mod">
          <ac:chgData name="cgfa6170" userId="46cde8c4-1d5f-444e-a8bb-106eec3feaad" providerId="ADAL" clId="{3D0E8BF4-551E-480C-8035-535235C5F42B}" dt="2025-12-03T09:37:21.191" v="1893" actId="20577"/>
          <ac:spMkLst>
            <pc:docMk/>
            <pc:sldMk cId="607319659" sldId="2068"/>
            <ac:spMk id="7" creationId="{1C550226-D6A0-25CA-17F7-04251EE33263}"/>
          </ac:spMkLst>
        </pc:spChg>
        <pc:spChg chg="add mod">
          <ac:chgData name="cgfa6170" userId="46cde8c4-1d5f-444e-a8bb-106eec3feaad" providerId="ADAL" clId="{3D0E8BF4-551E-480C-8035-535235C5F42B}" dt="2025-12-03T09:36:55.581" v="1806" actId="20577"/>
          <ac:spMkLst>
            <pc:docMk/>
            <pc:sldMk cId="607319659" sldId="2068"/>
            <ac:spMk id="8" creationId="{9913AE23-0F65-4AC5-83E9-90BBA345B780}"/>
          </ac:spMkLst>
        </pc:spChg>
        <pc:spChg chg="mod">
          <ac:chgData name="cgfa6170" userId="46cde8c4-1d5f-444e-a8bb-106eec3feaad" providerId="ADAL" clId="{3D0E8BF4-551E-480C-8035-535235C5F42B}" dt="2025-12-03T09:36:45.230" v="1785" actId="1076"/>
          <ac:spMkLst>
            <pc:docMk/>
            <pc:sldMk cId="607319659" sldId="2068"/>
            <ac:spMk id="9" creationId="{879E7636-B570-2BC5-2919-FBF042D1F5D0}"/>
          </ac:spMkLst>
        </pc:spChg>
        <pc:picChg chg="mod">
          <ac:chgData name="cgfa6170" userId="46cde8c4-1d5f-444e-a8bb-106eec3feaad" providerId="ADAL" clId="{3D0E8BF4-551E-480C-8035-535235C5F42B}" dt="2025-12-03T09:36:42.670" v="1784" actId="1076"/>
          <ac:picMkLst>
            <pc:docMk/>
            <pc:sldMk cId="607319659" sldId="2068"/>
            <ac:picMk id="3" creationId="{3C4E35C0-8740-981E-270A-8DF697A98FE6}"/>
          </ac:picMkLst>
        </pc:picChg>
        <pc:picChg chg="mod">
          <ac:chgData name="cgfa6170" userId="46cde8c4-1d5f-444e-a8bb-106eec3feaad" providerId="ADAL" clId="{3D0E8BF4-551E-480C-8035-535235C5F42B}" dt="2025-12-03T09:36:13.768" v="1668" actId="1076"/>
          <ac:picMkLst>
            <pc:docMk/>
            <pc:sldMk cId="607319659" sldId="2068"/>
            <ac:picMk id="4" creationId="{07D9C3A5-4D9C-D3F8-105D-5D0BCB5B7B77}"/>
          </ac:picMkLst>
        </pc:picChg>
        <pc:picChg chg="add mod">
          <ac:chgData name="cgfa6170" userId="46cde8c4-1d5f-444e-a8bb-106eec3feaad" providerId="ADAL" clId="{3D0E8BF4-551E-480C-8035-535235C5F42B}" dt="2025-12-03T09:36:41.111" v="1783" actId="1076"/>
          <ac:picMkLst>
            <pc:docMk/>
            <pc:sldMk cId="607319659" sldId="2068"/>
            <ac:picMk id="10" creationId="{1D3FD041-DDDE-41B6-98D3-F4ED2E3D4224}"/>
          </ac:picMkLst>
        </pc:picChg>
      </pc:sldChg>
      <pc:sldChg chg="addSp delSp del mod">
        <pc:chgData name="cgfa6170" userId="46cde8c4-1d5f-444e-a8bb-106eec3feaad" providerId="ADAL" clId="{3D0E8BF4-551E-480C-8035-535235C5F42B}" dt="2025-12-03T08:44:00.915" v="1447" actId="47"/>
        <pc:sldMkLst>
          <pc:docMk/>
          <pc:sldMk cId="27564020" sldId="2069"/>
        </pc:sldMkLst>
        <pc:picChg chg="add del">
          <ac:chgData name="cgfa6170" userId="46cde8c4-1d5f-444e-a8bb-106eec3feaad" providerId="ADAL" clId="{3D0E8BF4-551E-480C-8035-535235C5F42B}" dt="2025-12-03T08:19:19.217" v="1057" actId="22"/>
          <ac:picMkLst>
            <pc:docMk/>
            <pc:sldMk cId="27564020" sldId="2069"/>
            <ac:picMk id="3" creationId="{A3D8ED54-ED9F-4119-8583-AD75788185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1D8F4-ABCC-4633-A040-5E998BB1C83A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91E8A-B032-483C-9BED-C8E7057BC5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325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上側に遷移してる→インフレーションの実装に問題ある？、まずは</a:t>
            </a:r>
            <a:r>
              <a:rPr kumimoji="1" lang="en-US" altLang="ja-JP" dirty="0"/>
              <a:t>LETKF</a:t>
            </a:r>
            <a:r>
              <a:rPr kumimoji="1" lang="ja-JP" altLang="en-US" dirty="0"/>
              <a:t>やろう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1E8A-B032-483C-9BED-C8E7057BC5B4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977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最適値は良さそう→全体の実装ではなくパラメータ設定が違う？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91E8A-B032-483C-9BED-C8E7057BC5B4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83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0FD52A-BCF8-BE8B-495A-BD3C964B5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079C172-FD1F-6071-AC09-CBA73AC4F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A9D4F0-4859-D004-8ECC-29D490D5B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85A3FD-1492-2624-B77B-3B6260AA1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C4F8EC-8A10-7FD8-0B5A-BCA7D38C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445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C0480-1669-AC79-EAC7-299FF765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F2C9DC-6320-20DF-856D-42F3AF162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D5F671-3744-5DB6-9E02-D1C78630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50F2A0-0312-B295-BD30-F5F9748D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523DA4-9A2B-E645-2F3F-AB8AB8D9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02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42363-5275-4FF0-049B-7AA1630D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8E6677-7729-0C9B-4EDD-8DD65069E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D2EEA-0854-9FB6-4693-DCBB97B8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5C3663-DA65-5B55-8E9D-C928E29D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F52035-0932-90D5-2E1B-CA3F3322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39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B5F3F6-302E-4316-9163-21C9E900E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77AB3A-0DD1-AEBC-B857-73F134E17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D8E89A-F53B-EF8D-6AEE-24BFF0B4C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F4D9DEE-74B5-7525-2374-41ECB894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D2236D-B41E-1153-EDB6-D33AFD4A1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A3EE19-9312-9476-8903-EE40B19D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88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A391C9-0CA9-74CC-2929-10D72A90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FF052E-4A03-AC09-C61F-1A2690473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83E424-CD9F-9D54-EAD6-7153D5660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7A54D9-0111-8493-E1F6-83848EA59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4D14657-7147-C34E-B09C-2982C8AD07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0DF4E46-4C57-ABEA-E1EC-606D1962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09721E1-5D96-90AA-69E7-088459C2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1B283AE-D04C-117D-DC4B-42333CEC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41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6D57F3-7758-CADD-DD64-8BF82467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C7A6FB-DE93-AD04-AE44-8DE590BD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ACF623-1A09-E3C8-3678-874479B7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AC52C3-F0AF-BF1A-E6EF-3DE30210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84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DB12E75-D595-3B00-27F2-F9A44571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571E084-8E66-F63A-F634-2ADE15E7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DF92DE-F7AE-326A-002A-343920CA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160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B32B1F-4B88-651F-1A7F-0CCDED918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6A36AC-7F51-39DC-78C3-1A02249F0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AA1E9E-0F3F-67CD-1B23-64E176853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3780A8-789F-94D6-A534-1336E1AC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02B36F-9EDC-5B29-A0D1-873B2E6EE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B8D5E0-E2CC-B873-08C5-1C97B83C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70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4F4A23-E8A4-D55B-F52B-2A8F83149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FDE03E6-6983-E85D-676D-33BB008ED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E6BC9F-9E22-2F66-2D24-AC8650232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F18A8E-EB59-4F86-8FFB-89CD1563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7963C9-85D4-83FC-5861-94EA9EB8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48C846-3A94-50B8-4E3C-360A4932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73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08D309-A086-B1C7-2105-C96B05F4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D2C63D6-428C-4F6D-6B61-8E07237FE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AEE994-589C-C080-2DC0-4385E8FD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1B74AE-E241-25E3-288F-23146AD2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F7FE99-E222-5FF2-F93B-80E76C34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61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1740A1-7F84-7C48-B4DD-1BD1A4F7E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24FF5C-EF61-DF31-5A6B-E88541E6B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19BD28-83B5-1AD6-3CC6-23153CA3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96DF56-FBD9-0CE4-E759-643A91221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3DDEBE-A2C4-417D-030F-6DDD028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897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1098863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37783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405287-18F0-3443-2D0A-D96FD964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8D848D-2F9F-B02D-20DE-4C24351BB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78F07D-12BF-F1EA-A8BA-AF1021D29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9F746E-0E46-4766-8C56-9CC0C53F13BC}" type="datetimeFigureOut">
              <a:rPr kumimoji="1" lang="ja-JP" altLang="en-US" smtClean="0"/>
              <a:t>2025/12/3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3ED04C-9245-EDE7-DB96-7B1A5E865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96856C-5A33-C073-FD99-56CF1EFD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CBA16-1112-48C4-8BAA-21AC192001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203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地球観測社会システム</a:t>
            </a:r>
            <a:br>
              <a:rPr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7</a:t>
            </a:r>
            <a:r>
              <a:rPr lang="ja-JP" altLang="en-US" dirty="0"/>
              <a:t>回経過報告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宮澤健人</a:t>
            </a:r>
          </a:p>
          <a:p>
            <a:endParaRPr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 dirty="0"/>
              <a:t>千葉大学</a:t>
            </a:r>
            <a:r>
              <a:rPr lang="ja-JP" altLang="en-US" dirty="0"/>
              <a:t>大学院　融合理工学府　リモートセンシングコース</a:t>
            </a:r>
            <a:r>
              <a:rPr lang="en-US" altLang="ja-JP" dirty="0"/>
              <a:t>1</a:t>
            </a:r>
            <a:r>
              <a:rPr lang="ja-JP" altLang="en-US" dirty="0"/>
              <a:t>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CA7188-4858-709A-553A-FF9B7D7C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Basic Task 5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9601060-B8A5-F219-0965-B6E2C57EA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927" y="1176151"/>
            <a:ext cx="8696864" cy="250391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99F893E-90A7-067A-7EEA-FA2102A8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782" y="3707583"/>
            <a:ext cx="8935218" cy="2873953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8BF33B7-E6DB-F9C3-CE7D-CDB6179A1E91}"/>
              </a:ext>
            </a:extLst>
          </p:cNvPr>
          <p:cNvSpPr/>
          <p:nvPr/>
        </p:nvSpPr>
        <p:spPr>
          <a:xfrm>
            <a:off x="8045663" y="1522052"/>
            <a:ext cx="847725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A21E042-CD5C-5E96-756D-0A807C9A68C3}"/>
              </a:ext>
            </a:extLst>
          </p:cNvPr>
          <p:cNvSpPr/>
          <p:nvPr/>
        </p:nvSpPr>
        <p:spPr>
          <a:xfrm>
            <a:off x="9005485" y="1147757"/>
            <a:ext cx="1379199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F07C9E6-6C86-0EA7-DD75-C54DCD49EA1C}"/>
              </a:ext>
            </a:extLst>
          </p:cNvPr>
          <p:cNvSpPr/>
          <p:nvPr/>
        </p:nvSpPr>
        <p:spPr>
          <a:xfrm>
            <a:off x="8893388" y="3707583"/>
            <a:ext cx="1336462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C6C405-7D7A-0532-47B0-DCECD78CB098}"/>
              </a:ext>
            </a:extLst>
          </p:cNvPr>
          <p:cNvSpPr/>
          <p:nvPr/>
        </p:nvSpPr>
        <p:spPr>
          <a:xfrm>
            <a:off x="7878573" y="4076915"/>
            <a:ext cx="855852" cy="33189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D8A738F-ED26-4629-9EDF-980E0EE116A4}"/>
              </a:ext>
            </a:extLst>
          </p:cNvPr>
          <p:cNvSpPr txBox="1"/>
          <p:nvPr/>
        </p:nvSpPr>
        <p:spPr>
          <a:xfrm>
            <a:off x="8233628" y="850138"/>
            <a:ext cx="338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kumimoji="1" lang="ja-JP" altLang="en-US" dirty="0">
                <a:solidFill>
                  <a:srgbClr val="FF0000"/>
                </a:solidFill>
              </a:rPr>
              <a:t>カルマンゲイン局所化も実装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CCE714D-6848-42F9-A014-85BCCB88536A}"/>
              </a:ext>
            </a:extLst>
          </p:cNvPr>
          <p:cNvSpPr txBox="1"/>
          <p:nvPr/>
        </p:nvSpPr>
        <p:spPr>
          <a:xfrm>
            <a:off x="9204423" y="3338251"/>
            <a:ext cx="24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</a:rPr>
              <a:t>※</a:t>
            </a:r>
            <a:r>
              <a:rPr lang="en-US" altLang="ja-JP" dirty="0">
                <a:solidFill>
                  <a:srgbClr val="FF0000"/>
                </a:solidFill>
              </a:rPr>
              <a:t>with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lang="en-US" altLang="ja-JP" dirty="0">
                <a:solidFill>
                  <a:srgbClr val="FF0000"/>
                </a:solidFill>
              </a:rPr>
              <a:t>K Localization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65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Serial</a:t>
            </a:r>
            <a:r>
              <a:rPr lang="ja-JP" altLang="en-US" dirty="0"/>
              <a:t> </a:t>
            </a:r>
            <a:r>
              <a:rPr lang="en-US" altLang="ja-JP" dirty="0" err="1"/>
              <a:t>EnSRF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BD6BD7-30C5-F3A6-057A-76FC5138329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4000" y="863662"/>
            <a:ext cx="11483999" cy="5554800"/>
          </a:xfrm>
        </p:spPr>
        <p:txBody>
          <a:bodyPr>
            <a:normAutofit/>
          </a:bodyPr>
          <a:lstStyle/>
          <a:p>
            <a:r>
              <a:rPr lang="en-US" altLang="ja-JP" sz="2000" dirty="0"/>
              <a:t>(2</a:t>
            </a:r>
            <a:r>
              <a:rPr lang="ja-JP" altLang="en-US" sz="2000" dirty="0"/>
              <a:t>回前から修正：局所化行列</a:t>
            </a:r>
            <a:r>
              <a:rPr lang="en-US" altLang="ja-JP" sz="2000" dirty="0"/>
              <a:t>L</a:t>
            </a:r>
            <a:r>
              <a:rPr lang="ja-JP" altLang="en-US" sz="2000" dirty="0"/>
              <a:t>を作成するための</a:t>
            </a:r>
            <a:r>
              <a:rPr lang="en-US" altLang="ja-JP" sz="2000" dirty="0"/>
              <a:t>Gaspari-Cohn</a:t>
            </a:r>
            <a:r>
              <a:rPr lang="ja-JP" altLang="en-US" sz="2000" dirty="0"/>
              <a:t>関数の修正</a:t>
            </a:r>
            <a:r>
              <a:rPr lang="en-US" altLang="ja-JP" sz="2000" dirty="0"/>
              <a:t>)</a:t>
            </a:r>
            <a:br>
              <a:rPr lang="en-US" altLang="ja-JP" sz="2000" dirty="0"/>
            </a:br>
            <a:r>
              <a:rPr lang="ja-JP" altLang="en-US" sz="2000" dirty="0"/>
              <a:t>→</a:t>
            </a:r>
            <a:r>
              <a:rPr lang="en-US" altLang="ja-JP" sz="2000" dirty="0"/>
              <a:t>Best</a:t>
            </a:r>
            <a:r>
              <a:rPr lang="ja-JP" altLang="en-US" sz="2000" dirty="0"/>
              <a:t> </a:t>
            </a:r>
            <a:r>
              <a:rPr lang="en-US" altLang="ja-JP" sz="2000" dirty="0" err="1"/>
              <a:t>AveRMSE</a:t>
            </a:r>
            <a:r>
              <a:rPr lang="ja-JP" altLang="en-US" sz="2000" dirty="0"/>
              <a:t>が改善したが、上側</a:t>
            </a:r>
            <a:r>
              <a:rPr lang="en-US" altLang="ja-JP" sz="2000" dirty="0"/>
              <a:t>(</a:t>
            </a:r>
            <a:r>
              <a:rPr lang="ja-JP" altLang="en-US" sz="2000" dirty="0"/>
              <a:t>高インフレーション</a:t>
            </a:r>
            <a:r>
              <a:rPr lang="en-US" altLang="ja-JP" sz="2000" dirty="0"/>
              <a:t>)</a:t>
            </a:r>
            <a:r>
              <a:rPr lang="ja-JP" altLang="en-US" sz="2000" dirty="0"/>
              <a:t>にずれている</a:t>
            </a:r>
            <a:endParaRPr lang="en-US" altLang="ja-JP" sz="2000" dirty="0"/>
          </a:p>
          <a:p>
            <a:r>
              <a:rPr lang="ja-JP" altLang="en-US" sz="2000" dirty="0"/>
              <a:t>前回から修正</a:t>
            </a:r>
            <a:r>
              <a:rPr lang="en-US" altLang="ja-JP" sz="2000" dirty="0"/>
              <a:t>1</a:t>
            </a:r>
            <a:r>
              <a:rPr lang="ja-JP" altLang="en-US" sz="2000" dirty="0"/>
              <a:t>：同化時に掛けるインフレーションを修正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前回から修正</a:t>
            </a:r>
            <a:r>
              <a:rPr lang="en-US" altLang="ja-JP" sz="2000" dirty="0"/>
              <a:t>2</a:t>
            </a:r>
            <a:r>
              <a:rPr lang="ja-JP" altLang="en-US" sz="2000" dirty="0"/>
              <a:t>： </a:t>
            </a:r>
            <a:r>
              <a:rPr lang="en-US" altLang="ja-JP" sz="2000" dirty="0" err="1"/>
              <a:t>AveRMSE</a:t>
            </a:r>
            <a:r>
              <a:rPr lang="ja-JP" altLang="en-US" sz="2000" dirty="0"/>
              <a:t>算出期間を</a:t>
            </a:r>
            <a:r>
              <a:rPr lang="en-US" altLang="ja-JP" sz="2000" dirty="0"/>
              <a:t>10</a:t>
            </a:r>
            <a:r>
              <a:rPr lang="ja-JP" altLang="en-US" sz="2000" dirty="0"/>
              <a:t>日目</a:t>
            </a:r>
            <a:r>
              <a:rPr lang="en-US" altLang="ja-JP" sz="2000" dirty="0"/>
              <a:t>~300</a:t>
            </a:r>
            <a:r>
              <a:rPr lang="ja-JP" altLang="en-US" sz="2000" dirty="0"/>
              <a:t>日目から</a:t>
            </a:r>
            <a:r>
              <a:rPr lang="en-US" altLang="ja-JP" sz="2000" dirty="0"/>
              <a:t>90</a:t>
            </a:r>
            <a:r>
              <a:rPr lang="ja-JP" altLang="en-US" sz="2000" dirty="0"/>
              <a:t>日目</a:t>
            </a:r>
            <a:r>
              <a:rPr lang="en-US" altLang="ja-JP" sz="2000" dirty="0"/>
              <a:t>~365</a:t>
            </a:r>
            <a:r>
              <a:rPr lang="ja-JP" altLang="en-US" sz="2000" dirty="0"/>
              <a:t>日目に変更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E54DEFC-4AAD-686C-1E08-4E5029B61665}"/>
              </a:ext>
            </a:extLst>
          </p:cNvPr>
          <p:cNvSpPr txBox="1"/>
          <p:nvPr/>
        </p:nvSpPr>
        <p:spPr>
          <a:xfrm>
            <a:off x="306542" y="3157469"/>
            <a:ext cx="1148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メンバー数</a:t>
            </a:r>
            <a:r>
              <a:rPr lang="en-US" altLang="ja-JP" b="1" dirty="0"/>
              <a:t>10</a:t>
            </a:r>
            <a:r>
              <a:rPr lang="ja-JP" altLang="en-US" b="1" dirty="0"/>
              <a:t>、観測点</a:t>
            </a:r>
            <a:r>
              <a:rPr lang="en-US" altLang="ja-JP" b="1" dirty="0"/>
              <a:t>40</a:t>
            </a:r>
            <a:r>
              <a:rPr lang="ja-JP" altLang="en-US" b="1" dirty="0"/>
              <a:t>個で固定</a:t>
            </a:r>
            <a:endParaRPr kumimoji="1" lang="ja-JP" altLang="en-US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64F7DF8-AEF9-596D-77ED-C721CDF96411}"/>
              </a:ext>
            </a:extLst>
          </p:cNvPr>
          <p:cNvSpPr txBox="1"/>
          <p:nvPr/>
        </p:nvSpPr>
        <p:spPr>
          <a:xfrm>
            <a:off x="1246304" y="3548804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前回</a:t>
            </a:r>
            <a:endParaRPr kumimoji="1" lang="ja-JP" altLang="en-US" dirty="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508E3BCA-FF17-D0C8-09A6-7CF1EAEF4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99" y="3834000"/>
            <a:ext cx="3889400" cy="2880000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6E4D6E4E-0FEF-EE94-767C-BB8EFF202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2000" y="3888000"/>
            <a:ext cx="3696000" cy="277200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FFCAC6A-E350-EEB3-0B1A-1A7D09D5888D}"/>
              </a:ext>
            </a:extLst>
          </p:cNvPr>
          <p:cNvSpPr txBox="1"/>
          <p:nvPr/>
        </p:nvSpPr>
        <p:spPr>
          <a:xfrm>
            <a:off x="5428836" y="3548804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今回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E61602C-506B-0027-2656-3A7D07C3AF9B}"/>
              </a:ext>
            </a:extLst>
          </p:cNvPr>
          <p:cNvSpPr txBox="1"/>
          <p:nvPr/>
        </p:nvSpPr>
        <p:spPr>
          <a:xfrm>
            <a:off x="8899877" y="3548804"/>
            <a:ext cx="2624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Kotsuki</a:t>
            </a:r>
            <a:r>
              <a:rPr lang="en-US" altLang="ja-JP" sz="2000" dirty="0"/>
              <a:t> (</a:t>
            </a:r>
            <a:r>
              <a:rPr lang="en-US" altLang="ja-JP" sz="2000" i="1" dirty="0"/>
              <a:t>m</a:t>
            </a:r>
            <a:r>
              <a:rPr lang="en-US" altLang="ja-JP" sz="2000" dirty="0"/>
              <a:t>=10, </a:t>
            </a:r>
            <a:r>
              <a:rPr lang="en-US" altLang="ja-JP" sz="2000" i="1" dirty="0"/>
              <a:t>p</a:t>
            </a:r>
            <a:r>
              <a:rPr lang="en-US" altLang="ja-JP" sz="2000" dirty="0"/>
              <a:t>=40)</a:t>
            </a:r>
            <a:endParaRPr lang="ja-JP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9826348C-F721-4C1B-B795-B5E0090DBBE5}"/>
                  </a:ext>
                </a:extLst>
              </p:cNvPr>
              <p:cNvSpPr txBox="1"/>
              <p:nvPr/>
            </p:nvSpPr>
            <p:spPr bwMode="auto">
              <a:xfrm>
                <a:off x="6142930" y="1952681"/>
                <a:ext cx="4082516" cy="72645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kumimoji="0" lang="en-US" altLang="ja-JP" sz="2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𝑖𝑛𝑓</m:t>
                          </m:r>
                        </m:sub>
                        <m:sup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kumimoji="0" lang="ja-JP" altLang="en-US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ja-JP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kumimoji="0" lang="ja-JP" altLang="en-US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kumimoji="0" lang="en-US" altLang="ja-JP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kumimoji="0" lang="en-US" altLang="ja-JP" sz="2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kumimoji="0" lang="ja-JP" altLang="en-US" sz="2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9826348C-F721-4C1B-B795-B5E0090DB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2930" y="1952681"/>
                <a:ext cx="4082516" cy="7264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97750BE6-3853-4EAD-9CFD-D359AAAF5102}"/>
                  </a:ext>
                </a:extLst>
              </p:cNvPr>
              <p:cNvSpPr txBox="1"/>
              <p:nvPr/>
            </p:nvSpPr>
            <p:spPr bwMode="auto">
              <a:xfrm>
                <a:off x="1458181" y="1999564"/>
                <a:ext cx="4082516" cy="72645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lvl="0" defTabSz="4572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kumimoji="0" lang="en-US" altLang="ja-JP" sz="2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𝑖𝑛𝑓</m:t>
                          </m:r>
                        </m:sub>
                        <m:sup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kumimoji="0" lang="ja-JP" altLang="en-US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ja-JP" sz="26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(</m:t>
                      </m:r>
                      <m:rad>
                        <m:radPr>
                          <m:degHide m:val="on"/>
                          <m:ctrlPr>
                            <a:rPr kumimoji="0" lang="ja-JP" altLang="en-US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kumimoji="0" lang="ja-JP" altLang="en-US" sz="26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rad>
                      <m:sSup>
                        <m:sSupPr>
                          <m:ctrlP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kumimoji="0" lang="en-US" altLang="ja-JP" sz="2600" b="1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kumimoji="0" lang="en-US" altLang="ja-JP" sz="26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kumimoji="0" lang="ja-JP" altLang="en-US" sz="2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97750BE6-3853-4EAD-9CFD-D359AAAF5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58181" y="1999564"/>
                <a:ext cx="4082516" cy="7264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D598B163-830B-4B52-9CE6-0B9175610D69}"/>
              </a:ext>
            </a:extLst>
          </p:cNvPr>
          <p:cNvCxnSpPr/>
          <p:nvPr/>
        </p:nvCxnSpPr>
        <p:spPr>
          <a:xfrm>
            <a:off x="5289176" y="2232933"/>
            <a:ext cx="1428377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DD8A772D-2015-4B7F-887F-D39510D508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0616" y="3861922"/>
            <a:ext cx="39014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762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Serial </a:t>
            </a:r>
            <a:r>
              <a:rPr kumimoji="1" lang="en-US" altLang="ja-JP" dirty="0" err="1"/>
              <a:t>EnSRF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695419F-6E53-8F86-D9AB-E7C30EE89B77}"/>
              </a:ext>
            </a:extLst>
          </p:cNvPr>
          <p:cNvSpPr txBox="1"/>
          <p:nvPr/>
        </p:nvSpPr>
        <p:spPr>
          <a:xfrm>
            <a:off x="264544" y="1603027"/>
            <a:ext cx="1148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/>
              <a:t>メンバー数</a:t>
            </a:r>
            <a:r>
              <a:rPr lang="en-US" altLang="ja-JP" b="1" dirty="0"/>
              <a:t>8</a:t>
            </a:r>
            <a:r>
              <a:rPr lang="ja-JP" altLang="en-US" b="1" dirty="0"/>
              <a:t>、観測点</a:t>
            </a:r>
            <a:r>
              <a:rPr lang="en-US" altLang="ja-JP" b="1" dirty="0"/>
              <a:t>20</a:t>
            </a:r>
            <a:r>
              <a:rPr lang="ja-JP" altLang="en-US" b="1" dirty="0"/>
              <a:t>個</a:t>
            </a:r>
            <a:r>
              <a:rPr lang="en-US" altLang="ja-JP" b="1" dirty="0"/>
              <a:t>(</a:t>
            </a:r>
            <a:r>
              <a:rPr lang="ja-JP" altLang="en-US" b="1" dirty="0"/>
              <a:t>等間隔</a:t>
            </a:r>
            <a:r>
              <a:rPr lang="en-US" altLang="ja-JP" b="1" dirty="0"/>
              <a:t>)</a:t>
            </a:r>
            <a:r>
              <a:rPr lang="ja-JP" altLang="en-US" b="1" dirty="0"/>
              <a:t>で固定</a:t>
            </a:r>
            <a:endParaRPr kumimoji="1" lang="ja-JP" altLang="en-US" b="1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135478B8-F1AE-F6B5-0929-497A1A507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4" y="2428008"/>
            <a:ext cx="3889401" cy="2880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4EC7682-CB9A-AF08-01A8-8FC6CFB34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3523" y="2480652"/>
            <a:ext cx="3840000" cy="28800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BEA7C70-4CCA-E1CA-F40E-D2DE6AD7814A}"/>
              </a:ext>
            </a:extLst>
          </p:cNvPr>
          <p:cNvSpPr txBox="1"/>
          <p:nvPr/>
        </p:nvSpPr>
        <p:spPr>
          <a:xfrm>
            <a:off x="9067812" y="2112051"/>
            <a:ext cx="248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Kotsuki</a:t>
            </a:r>
            <a:r>
              <a:rPr lang="en-US" altLang="ja-JP" sz="2000" dirty="0"/>
              <a:t> (</a:t>
            </a:r>
            <a:r>
              <a:rPr lang="en-US" altLang="ja-JP" sz="2000" i="1" dirty="0"/>
              <a:t>m</a:t>
            </a:r>
            <a:r>
              <a:rPr lang="en-US" altLang="ja-JP" sz="2000" dirty="0"/>
              <a:t>=8, </a:t>
            </a:r>
            <a:r>
              <a:rPr lang="en-US" altLang="ja-JP" sz="2000" i="1" dirty="0"/>
              <a:t>p</a:t>
            </a:r>
            <a:r>
              <a:rPr lang="en-US" altLang="ja-JP" sz="2000" dirty="0"/>
              <a:t>=20)</a:t>
            </a:r>
            <a:endParaRPr lang="ja-JP" altLang="en-US" sz="20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8EF6B5E-6BA8-C53A-8E70-0117ACC7A66C}"/>
              </a:ext>
            </a:extLst>
          </p:cNvPr>
          <p:cNvSpPr txBox="1"/>
          <p:nvPr/>
        </p:nvSpPr>
        <p:spPr>
          <a:xfrm>
            <a:off x="5530149" y="2127440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今回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0A7B62D-EC8F-4183-9F8A-A6CE1B369882}"/>
              </a:ext>
            </a:extLst>
          </p:cNvPr>
          <p:cNvSpPr txBox="1"/>
          <p:nvPr/>
        </p:nvSpPr>
        <p:spPr>
          <a:xfrm>
            <a:off x="1394225" y="2117845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前回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CBF5354B-B93D-4D28-9A2A-2728BF660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990" y="2480652"/>
            <a:ext cx="39014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75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B3170-FCF7-99A1-7A84-A4A5ACBD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F3D77C4F-49E1-BAA2-9600-3E509015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LETKF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1C550226-D6A0-25CA-17F7-04251EE3326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ja-JP" altLang="en-US" dirty="0"/>
              <a:t>前回のコードから</a:t>
            </a:r>
            <a:r>
              <a:rPr lang="en-US" altLang="ja-JP" dirty="0"/>
              <a:t>Serial</a:t>
            </a:r>
            <a:r>
              <a:rPr lang="ja-JP" altLang="en-US" dirty="0"/>
              <a:t> </a:t>
            </a:r>
            <a:r>
              <a:rPr lang="en-US" altLang="ja-JP" dirty="0" err="1"/>
              <a:t>EnSRF</a:t>
            </a:r>
            <a:r>
              <a:rPr lang="ja-JP" altLang="en-US" dirty="0"/>
              <a:t>と同様の修正を実施</a:t>
            </a:r>
            <a:endParaRPr lang="en-US" altLang="ja-JP" dirty="0"/>
          </a:p>
          <a:p>
            <a:pPr lvl="1"/>
            <a:r>
              <a:rPr kumimoji="1" lang="ja-JP" altLang="en-US" dirty="0"/>
              <a:t>インフレーションの修正</a:t>
            </a:r>
            <a:endParaRPr kumimoji="1" lang="en-US" altLang="ja-JP" dirty="0"/>
          </a:p>
          <a:p>
            <a:pPr lvl="1"/>
            <a:r>
              <a:rPr lang="en-US" altLang="ja-JP" dirty="0" err="1"/>
              <a:t>AveRMSE</a:t>
            </a:r>
            <a:r>
              <a:rPr lang="ja-JP" altLang="en-US" dirty="0"/>
              <a:t>を算出する期間の修正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C4E35C0-8740-981E-270A-8DF697A98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4" y="2562097"/>
            <a:ext cx="3889402" cy="28800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7D9C3A5-4D9C-D3F8-105D-5D0BCB5B7B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"/>
          <a:stretch/>
        </p:blipFill>
        <p:spPr>
          <a:xfrm>
            <a:off x="8327439" y="2562097"/>
            <a:ext cx="3864561" cy="28800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F13DAD-7BDE-298E-A7D6-7BA3BBD7F799}"/>
              </a:ext>
            </a:extLst>
          </p:cNvPr>
          <p:cNvSpPr txBox="1"/>
          <p:nvPr/>
        </p:nvSpPr>
        <p:spPr>
          <a:xfrm>
            <a:off x="9116361" y="2161987"/>
            <a:ext cx="2486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 err="1"/>
              <a:t>Kotsuki</a:t>
            </a:r>
            <a:r>
              <a:rPr lang="en-US" altLang="ja-JP" sz="2000" dirty="0"/>
              <a:t> (</a:t>
            </a:r>
            <a:r>
              <a:rPr lang="en-US" altLang="ja-JP" sz="2000" i="1" dirty="0"/>
              <a:t>m</a:t>
            </a:r>
            <a:r>
              <a:rPr lang="en-US" altLang="ja-JP" sz="2000" dirty="0"/>
              <a:t>=8, </a:t>
            </a:r>
            <a:r>
              <a:rPr lang="en-US" altLang="ja-JP" sz="2000" i="1" dirty="0"/>
              <a:t>p</a:t>
            </a:r>
            <a:r>
              <a:rPr lang="en-US" altLang="ja-JP" sz="2000" dirty="0"/>
              <a:t>=20)</a:t>
            </a:r>
            <a:endParaRPr lang="ja-JP" altLang="en-US" sz="20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79E7636-B570-2BC5-2919-FBF042D1F5D0}"/>
              </a:ext>
            </a:extLst>
          </p:cNvPr>
          <p:cNvSpPr txBox="1"/>
          <p:nvPr/>
        </p:nvSpPr>
        <p:spPr>
          <a:xfrm>
            <a:off x="1389841" y="2192765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前回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913AE23-0F65-4AC5-83E9-90BBA345B780}"/>
              </a:ext>
            </a:extLst>
          </p:cNvPr>
          <p:cNvSpPr txBox="1"/>
          <p:nvPr/>
        </p:nvSpPr>
        <p:spPr>
          <a:xfrm>
            <a:off x="5469464" y="2192765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今回</a:t>
            </a:r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1D3FD041-DDDE-41B6-98D3-F4ED2E3D4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992" y="2562097"/>
            <a:ext cx="39014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31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F150101B-C308-063D-DC6C-81A8B2FF9D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732" b="5643"/>
          <a:stretch>
            <a:fillRect/>
          </a:stretch>
        </p:blipFill>
        <p:spPr>
          <a:xfrm>
            <a:off x="5905173" y="4095750"/>
            <a:ext cx="5978642" cy="2762250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LETKF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ja-JP" altLang="en-US" dirty="0"/>
              <a:t>観測地点による</a:t>
            </a:r>
            <a:r>
              <a:rPr lang="ja-JP" altLang="en-US" dirty="0"/>
              <a:t>感度の比較</a:t>
            </a:r>
            <a:r>
              <a:rPr lang="en-US" altLang="ja-JP" dirty="0"/>
              <a:t>(Homogeneous,</a:t>
            </a:r>
            <a:r>
              <a:rPr lang="ja-JP" altLang="en-US" dirty="0"/>
              <a:t>等間隔な場合</a:t>
            </a:r>
            <a:r>
              <a:rPr lang="en-US" altLang="ja-JP" dirty="0"/>
              <a:t>)</a:t>
            </a:r>
          </a:p>
          <a:p>
            <a:pPr marL="169200" indent="0">
              <a:buNone/>
            </a:pP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658837E-E90A-20DC-10E7-A10E1E0462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273" b="5905"/>
          <a:stretch>
            <a:fillRect/>
          </a:stretch>
        </p:blipFill>
        <p:spPr>
          <a:xfrm>
            <a:off x="6095998" y="1159660"/>
            <a:ext cx="5787817" cy="2936090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05CE89C-E8C0-BC48-C325-E6D6BF68DCB5}"/>
              </a:ext>
            </a:extLst>
          </p:cNvPr>
          <p:cNvSpPr/>
          <p:nvPr/>
        </p:nvSpPr>
        <p:spPr>
          <a:xfrm>
            <a:off x="7359470" y="3057525"/>
            <a:ext cx="4222930" cy="556572"/>
          </a:xfrm>
          <a:prstGeom prst="rect">
            <a:avLst/>
          </a:prstGeom>
          <a:noFill/>
          <a:ln w="9525">
            <a:solidFill>
              <a:srgbClr val="3333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F53E179-938A-9C7B-200A-B53DF9EC6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011" y="1241009"/>
            <a:ext cx="4164488" cy="270000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A9F51E53-15FC-0E9E-10C4-7813BAC6B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398" y="4095750"/>
            <a:ext cx="4221713" cy="27000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D0A8448-45B3-7F91-84B1-FE85CAAE7A22}"/>
              </a:ext>
            </a:extLst>
          </p:cNvPr>
          <p:cNvSpPr txBox="1"/>
          <p:nvPr/>
        </p:nvSpPr>
        <p:spPr>
          <a:xfrm>
            <a:off x="87783" y="1326996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自作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B589E71-F90B-35CE-64D7-F1DE9EB9E4F8}"/>
              </a:ext>
            </a:extLst>
          </p:cNvPr>
          <p:cNvSpPr txBox="1"/>
          <p:nvPr/>
        </p:nvSpPr>
        <p:spPr>
          <a:xfrm>
            <a:off x="5564880" y="1285821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参考例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2116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LETKF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lang="ja-JP" altLang="en-US" dirty="0"/>
              <a:t>観測地点による感度の比較</a:t>
            </a:r>
            <a:r>
              <a:rPr lang="en-US" altLang="ja-JP" dirty="0"/>
              <a:t>(dense, </a:t>
            </a:r>
            <a:r>
              <a:rPr lang="ja-JP" altLang="en-US" dirty="0"/>
              <a:t>密な場合</a:t>
            </a:r>
            <a:r>
              <a:rPr lang="en-US" altLang="ja-JP" dirty="0"/>
              <a:t>)</a:t>
            </a:r>
          </a:p>
          <a:p>
            <a:pPr marL="169200" indent="0">
              <a:buNone/>
            </a:pPr>
            <a:endParaRPr lang="en-US" altLang="ja-JP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C9946C65-C8D2-B25F-FD54-D7D8655D4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333" b="5813"/>
          <a:stretch/>
        </p:blipFill>
        <p:spPr>
          <a:xfrm>
            <a:off x="5793531" y="1225862"/>
            <a:ext cx="5742995" cy="2916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9481681C-363A-EBA9-1BE4-22B77A57C8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19" t="61841" b="5796"/>
          <a:stretch>
            <a:fillRect/>
          </a:stretch>
        </p:blipFill>
        <p:spPr>
          <a:xfrm>
            <a:off x="6095998" y="4141862"/>
            <a:ext cx="5480311" cy="266400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17F2FF7-E739-EF1E-77C3-FC44B6BDE709}"/>
              </a:ext>
            </a:extLst>
          </p:cNvPr>
          <p:cNvSpPr/>
          <p:nvPr/>
        </p:nvSpPr>
        <p:spPr>
          <a:xfrm>
            <a:off x="7104923" y="2497675"/>
            <a:ext cx="4083777" cy="1172590"/>
          </a:xfrm>
          <a:prstGeom prst="rect">
            <a:avLst/>
          </a:prstGeom>
          <a:noFill/>
          <a:ln w="9525">
            <a:solidFill>
              <a:srgbClr val="3333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A237636-9317-3E16-3CBB-EF218B8D6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755" y="1242000"/>
            <a:ext cx="4164488" cy="27000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A12A362-1682-45F1-7629-602AE0159DDF}"/>
              </a:ext>
            </a:extLst>
          </p:cNvPr>
          <p:cNvSpPr txBox="1"/>
          <p:nvPr/>
        </p:nvSpPr>
        <p:spPr>
          <a:xfrm>
            <a:off x="87783" y="1326996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自作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EF249BA-2DDA-C106-9C90-8D8B0BCD0521}"/>
              </a:ext>
            </a:extLst>
          </p:cNvPr>
          <p:cNvSpPr txBox="1"/>
          <p:nvPr/>
        </p:nvSpPr>
        <p:spPr>
          <a:xfrm>
            <a:off x="5564880" y="1285821"/>
            <a:ext cx="125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参考例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2691C98-4941-B451-6A8C-FE41E18B8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755" y="4105862"/>
            <a:ext cx="4164488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4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31C9F-35A0-B840-1505-7E5E4C411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1B4A2B83-A671-4AF2-B27C-DD6F1C1C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次回以降の予定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FBD2164-7476-4422-50E2-93444D1102B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ja-JP" altLang="en-US" dirty="0"/>
              <a:t>発展課題に取り組む</a:t>
            </a:r>
            <a:endParaRPr lang="en-US" altLang="ja-JP" dirty="0"/>
          </a:p>
          <a:p>
            <a:r>
              <a:rPr kumimoji="1" lang="ja-JP" altLang="en-US" dirty="0"/>
              <a:t>課題</a:t>
            </a:r>
            <a:r>
              <a:rPr kumimoji="1" lang="en-US" altLang="ja-JP" dirty="0"/>
              <a:t>3</a:t>
            </a:r>
            <a:r>
              <a:rPr kumimoji="1" lang="ja-JP" altLang="en-US" dirty="0"/>
              <a:t>が今後の研究に関係ありそう</a:t>
            </a:r>
            <a:endParaRPr kumimoji="1" lang="en-US" altLang="ja-JP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0E0BF59-65B4-9C5A-A877-EFA0F1F9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278" y="2426956"/>
            <a:ext cx="8881437" cy="1440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599EE56-3E5D-15F3-9E5C-094EF8FD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905" y="4338000"/>
            <a:ext cx="8858185" cy="2520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838CCF3-153D-C50B-32AE-A48581EC2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905" y="3956947"/>
            <a:ext cx="2191056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293</Words>
  <Application>Microsoft Office PowerPoint</Application>
  <PresentationFormat>ワイド画面</PresentationFormat>
  <Paragraphs>45</Paragraphs>
  <Slides>8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メイリオ</vt:lpstr>
      <vt:lpstr>游ゴシック</vt:lpstr>
      <vt:lpstr>游ゴシック Light</vt:lpstr>
      <vt:lpstr>Arial</vt:lpstr>
      <vt:lpstr>Cambria Math</vt:lpstr>
      <vt:lpstr>Segoe UI</vt:lpstr>
      <vt:lpstr>Office テーマ</vt:lpstr>
      <vt:lpstr>地球観測社会システム 第7回経過報告</vt:lpstr>
      <vt:lpstr>Basic Task 5</vt:lpstr>
      <vt:lpstr>Serial EnSRF</vt:lpstr>
      <vt:lpstr>Serial EnSRF</vt:lpstr>
      <vt:lpstr>LETKF</vt:lpstr>
      <vt:lpstr>LETKF</vt:lpstr>
      <vt:lpstr>LETKF</vt:lpstr>
      <vt:lpstr>次回以降の予定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地球観測社会システム 第6回経過報告</dc:title>
  <dc:creator>cgfa6170</dc:creator>
  <cp:lastModifiedBy>cgfa6170</cp:lastModifiedBy>
  <cp:revision>35</cp:revision>
  <dcterms:created xsi:type="dcterms:W3CDTF">2025-11-20T04:11:02Z</dcterms:created>
  <dcterms:modified xsi:type="dcterms:W3CDTF">2025-12-03T15:59:52Z</dcterms:modified>
</cp:coreProperties>
</file>