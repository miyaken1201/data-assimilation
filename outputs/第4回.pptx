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2"/>
  </p:notesMasterIdLst>
  <p:sldIdLst>
    <p:sldId id="745" r:id="rId6"/>
    <p:sldId id="2057" r:id="rId7"/>
    <p:sldId id="2062" r:id="rId8"/>
    <p:sldId id="584" r:id="rId9"/>
    <p:sldId id="2058" r:id="rId10"/>
    <p:sldId id="206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FCDFF544-3396-4C10-B30E-7B61B2F9A41B}"/>
    <pc:docChg chg="delSld modSld">
      <pc:chgData name="cgfa6170" userId="46cde8c4-1d5f-444e-a8bb-106eec3feaad" providerId="ADAL" clId="{FCDFF544-3396-4C10-B30E-7B61B2F9A41B}" dt="2025-10-31T00:33:26.765" v="14" actId="14100"/>
      <pc:docMkLst>
        <pc:docMk/>
      </pc:docMkLst>
      <pc:sldChg chg="delSp modSp mod">
        <pc:chgData name="cgfa6170" userId="46cde8c4-1d5f-444e-a8bb-106eec3feaad" providerId="ADAL" clId="{FCDFF544-3396-4C10-B30E-7B61B2F9A41B}" dt="2025-10-31T00:31:36.454" v="2" actId="478"/>
        <pc:sldMkLst>
          <pc:docMk/>
          <pc:sldMk cId="4015484397" sldId="2058"/>
        </pc:sldMkLst>
        <pc:spChg chg="del mod">
          <ac:chgData name="cgfa6170" userId="46cde8c4-1d5f-444e-a8bb-106eec3feaad" providerId="ADAL" clId="{FCDFF544-3396-4C10-B30E-7B61B2F9A41B}" dt="2025-10-31T00:31:36.454" v="2" actId="478"/>
          <ac:spMkLst>
            <pc:docMk/>
            <pc:sldMk cId="4015484397" sldId="2058"/>
            <ac:spMk id="12" creationId="{14FC08D1-FAB8-7AD5-0086-EA25F54CFE87}"/>
          </ac:spMkLst>
        </pc:spChg>
      </pc:sldChg>
      <pc:sldChg chg="del">
        <pc:chgData name="cgfa6170" userId="46cde8c4-1d5f-444e-a8bb-106eec3feaad" providerId="ADAL" clId="{FCDFF544-3396-4C10-B30E-7B61B2F9A41B}" dt="2025-10-31T00:33:14.013" v="12" actId="47"/>
        <pc:sldMkLst>
          <pc:docMk/>
          <pc:sldMk cId="2187701994" sldId="2059"/>
        </pc:sldMkLst>
      </pc:sldChg>
      <pc:sldChg chg="del">
        <pc:chgData name="cgfa6170" userId="46cde8c4-1d5f-444e-a8bb-106eec3feaad" providerId="ADAL" clId="{FCDFF544-3396-4C10-B30E-7B61B2F9A41B}" dt="2025-10-31T00:33:14.666" v="13" actId="47"/>
        <pc:sldMkLst>
          <pc:docMk/>
          <pc:sldMk cId="2052587605" sldId="2060"/>
        </pc:sldMkLst>
      </pc:sldChg>
      <pc:sldChg chg="modSp mod">
        <pc:chgData name="cgfa6170" userId="46cde8c4-1d5f-444e-a8bb-106eec3feaad" providerId="ADAL" clId="{FCDFF544-3396-4C10-B30E-7B61B2F9A41B}" dt="2025-10-31T00:33:26.765" v="14" actId="14100"/>
        <pc:sldMkLst>
          <pc:docMk/>
          <pc:sldMk cId="420970367" sldId="2062"/>
        </pc:sldMkLst>
        <pc:spChg chg="mod">
          <ac:chgData name="cgfa6170" userId="46cde8c4-1d5f-444e-a8bb-106eec3feaad" providerId="ADAL" clId="{FCDFF544-3396-4C10-B30E-7B61B2F9A41B}" dt="2025-10-31T00:32:57.338" v="10" actId="14100"/>
          <ac:spMkLst>
            <pc:docMk/>
            <pc:sldMk cId="420970367" sldId="2062"/>
            <ac:spMk id="22" creationId="{04C59ECB-C27F-1CF8-6B46-3CF5C1CB1F28}"/>
          </ac:spMkLst>
        </pc:spChg>
        <pc:spChg chg="mod">
          <ac:chgData name="cgfa6170" userId="46cde8c4-1d5f-444e-a8bb-106eec3feaad" providerId="ADAL" clId="{FCDFF544-3396-4C10-B30E-7B61B2F9A41B}" dt="2025-10-31T00:33:26.765" v="14" actId="14100"/>
          <ac:spMkLst>
            <pc:docMk/>
            <pc:sldMk cId="420970367" sldId="2062"/>
            <ac:spMk id="24" creationId="{56C806DE-01EC-E95B-7991-AB44CA867FA5}"/>
          </ac:spMkLst>
        </pc:spChg>
        <pc:spChg chg="mod">
          <ac:chgData name="cgfa6170" userId="46cde8c4-1d5f-444e-a8bb-106eec3feaad" providerId="ADAL" clId="{FCDFF544-3396-4C10-B30E-7B61B2F9A41B}" dt="2025-10-31T00:33:03.434" v="11" actId="14100"/>
          <ac:spMkLst>
            <pc:docMk/>
            <pc:sldMk cId="420970367" sldId="2062"/>
            <ac:spMk id="25" creationId="{C9361592-5C83-29A6-2CFE-5C53B72F96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FC217-C55A-416F-B6AA-C94F16287FD1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6F17C-2F45-4933-8F37-2E97AF62B5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79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A3259A-E232-86A7-1F53-49CDD362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D1803E-D17F-EB10-8592-B2D2B9519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46100-24D2-B08C-DB11-C8B3B18F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B8AED-6111-0F1D-3E80-8F73A7A2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D04AC2-E66C-868C-C6A4-E56299AB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21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2C990-58E3-CE64-866F-644505EF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954358-E6C4-5F45-8CF2-BA54F6E96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7238D9-DBD7-3520-8C4F-D0CAE3BF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A51001-DE88-8D28-E957-EC7F530C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24DC9A-15FD-DCD1-AFA8-BE16A74A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25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36632-D0EC-F9BB-E5E1-6E31804A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423BDC-D9FD-6F54-0F05-5B94B8A16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260B92-6E67-8D3A-3911-C87EA558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42D424-A72D-AF88-919F-DCDC7BC6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3B6C76-7E54-79C2-A0A8-B14BC3B7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36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05EFA-2414-DA77-1B11-89306343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990BBC-D776-78DE-C051-BC36A39EB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3026FD-1288-7B56-2485-D49F46B7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40EB10-5215-83F0-2E71-ED47BB2F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FA9756-7ABA-A558-1DD2-0ED3F8CA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631ADD-BFF2-7B8B-DC6F-06EB1CE6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98E78-5830-A0E0-AFD3-5C35C076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183410-45E0-001C-C193-DD8321966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3B1359-CEC2-124D-591B-D66D46F79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93EA29-FCFF-D15E-0C89-05A8882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4F3AB4-0BD2-B3D2-DBEF-A84D76188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5EE7401-1750-08FA-08F8-E977B177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FB8B45-A427-856A-46E0-98B4D735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B61974-C5FC-96EF-23C5-B5BAC583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77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1D2C0-7465-DDD6-3343-11913250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8E4C3E-EC41-F813-3725-A1F15E43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5F64DC-3D21-6CA4-F309-8994E84D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8E3EB5-CEA6-3BE6-B0B4-79B18ED3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311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1D90D7-49A4-021C-15A1-53225371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E81008-7FB7-2975-A299-7E1086BB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F352C2-BB95-6F7D-FE0C-CA888771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427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FC3545-5444-2AC2-3922-452E0D2E1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4CDC84-53CF-CE11-0777-46E92BE83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12337D-D98C-A711-2AF0-E45DF6537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32EDEA-364C-D3E5-6251-64F0DE90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003CAB-C9F3-E146-4CD3-6EA2D1C9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BC8C1-869A-FD82-ABEE-128D47A4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93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533956-DDE5-2122-E05A-DC862FD0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4CCFAD-A074-03CB-EDC2-76712A2B7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A8CA0C-EFF1-B51F-A17B-45ED50F81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6FDC94-316B-A62B-BCF3-39E3D153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45EBE-7D26-B5CA-E607-05CFDF40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48419A-3B85-116A-E71E-CFDDCE7E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413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C282FB-B7C5-2E80-CF8D-27BB0D03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3857CC-951B-EFC6-AAE2-31CD7B6D3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C2040-B747-9C19-65A1-F451028A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E0EC9F-0F90-9AAB-5006-67D1CD1B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FE1840-CC8E-BD85-C7E8-715E4628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4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9840A4-C893-BD98-06BA-BA3F0D9FC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200AB3-EA38-2693-204E-1D8144BFD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FA6076-7EEC-6DE3-4885-F87FD8C7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644E89-9511-5F5A-0ED5-3F7D28A0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FA44AD-7CC2-ED99-9B56-C262510A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819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3403471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FCD457-E4E9-474F-B781-769D171995F8}"/>
              </a:ext>
            </a:extLst>
          </p:cNvPr>
          <p:cNvSpPr/>
          <p:nvPr userDrawn="1"/>
        </p:nvSpPr>
        <p:spPr>
          <a:xfrm>
            <a:off x="0" y="0"/>
            <a:ext cx="12193200" cy="82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D934C3-63DF-4616-AEB2-54FAC2B211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296" y="-72229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1925883-3C24-4F97-9EFA-EDE39F84AE3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5563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E6E56-2372-9912-DBCA-24A2E0F72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08FF00-9D8C-615F-D63B-536DE05A4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5DD528-33CD-7FCB-D2BF-E1A8D609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24D274-7FA4-B32B-EA07-C73FAA3C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617B4B-C749-F39A-128D-58B772AC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260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3A98C0-E9AC-5A62-F38A-415BA228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60697-C2F0-1517-240E-403EDFA2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09400-D4E9-F23F-75E6-C654EC8C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A3C2D8-8174-161B-6320-AE2B1A02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8D56D4-9E5E-7BF5-4723-9E4B9883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31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B9B85A-329B-42FF-F56F-2B43E756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EB235A-3813-FA9C-CEBB-08F8A624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C4DE32-EAE6-50FD-F4AF-8C41F335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920CF2-013D-5734-2053-B747917A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0B9803-8C57-404F-911C-8CF3A7B0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830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87075-2746-6121-753B-184F8FF7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CDE20B-1B91-BA37-76BA-190E3E803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49D0F-1C29-0E25-FBF5-DBFCAC5A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1226C5-163F-463D-6EFA-CF40966B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4190BB-AA07-EAB3-D12E-8CD788E4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8DB4E3-D21C-8241-EFFA-17AC46A8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029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BBDC9-6019-06BA-F5F9-B0F8AC89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788C3B-E488-5E3A-DB07-4C7592F58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EA5225-E351-CE89-BA3C-CC56BD36B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AB4AA3-9F9F-0ABF-2B6D-E0A09C8D6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795640-4BD9-EA84-D633-64AB3AAD9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3428B67-C486-4885-F296-CA85B8A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A6FA727-0718-B307-B4D3-8686CD16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DDC70A-980B-6B41-750B-F7FFDFA3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532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A0DEE-35B1-474F-D5EB-43B7D5F9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63A91B-3FBC-516E-BCAC-218EF15AB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0572E3-B4FA-DA60-5108-7B7B9E59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84C198-C040-D3C0-4401-AE05D48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200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3675B7-51BD-7058-6F9C-5099EA30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337A67-3B53-80A3-638B-79AD510E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597285-63E6-D218-9578-BD61EB61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162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60EE7-5F0E-50E7-CA4F-A5109330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85FAC1-09F2-D3B2-5CFA-395020BF6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93D288-BB56-1BA5-00A8-F9E9B229E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B1D4D5-E013-C3A9-0BC7-C93C4AF9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B7EDB6-6085-7F9B-82DD-C65DE90E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4CD1B-A5A2-4B6D-03CD-CD5A69BD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727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D7377-B108-EBEE-BEF0-3CECCFC7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45A1DB-EDA5-33DE-FAA5-91FFDDB0E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1C0971-75C5-DD24-3F0A-342BFE0A5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C54A36-747F-BB44-086C-1EBE6E1F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6974B2-114D-CBF7-C7E8-89241320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9A6FAD-46DB-8943-92BF-A7548380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130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049D0-D819-1B82-FE9A-A0DDD59A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8B8451-6BDC-68AA-67C1-8F5A2B27C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E45450-8114-C44E-CFED-8ECEE61A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907EF9-15A7-B406-66F8-73A186A3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4E51B-C94D-D173-AEEB-3651C192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506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7CE8D9-90F2-D1F3-D06B-1C331A44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C2262A-16FF-4E64-3372-B111261BC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E3824-8AB3-3ABD-0887-616BB13C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943EC-CCAE-AFA1-6816-A894F5F2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3F377-1039-9CC9-ED38-68CE9706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760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  <p:pic>
        <p:nvPicPr>
          <p:cNvPr id="2" name="ppt_04.jpg">
            <a:extLst>
              <a:ext uri="{FF2B5EF4-FFF2-40B4-BE49-F238E27FC236}">
                <a16:creationId xmlns:a16="http://schemas.microsoft.com/office/drawing/2014/main" id="{FD6D06FC-1E50-DBB4-AED5-13C2675CB7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黒">
            <a:extLst>
              <a:ext uri="{FF2B5EF4-FFF2-40B4-BE49-F238E27FC236}">
                <a16:creationId xmlns:a16="http://schemas.microsoft.com/office/drawing/2014/main" id="{FC2F2A20-FFF1-ABD6-DBFB-DA026E722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8085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3528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2187A61-4844-2FC9-EB8A-A9F592FC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6A61B3-3E37-16BF-99FE-D30DFAB08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9BEE56-331E-D853-EDBC-887F5CE7C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51EE3-8AC7-58D0-422C-0C45D82FB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86DF68-AC6E-3C0F-BFE2-0E9122538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1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6A3EB2-FE36-074A-498B-657BD450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A415AB-62B4-25C7-423E-D0B0DDFE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C66712-30A2-8893-EA24-D3181E454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4FB94-C7B4-435D-BD7E-4DE827CB95A5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8A3D9-652F-8874-7625-80E0F3B90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70D5AE-5617-357C-D97C-4E7FFE307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90AE0-3B45-44EF-9E59-9DADC20B8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20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188-4858-709A-553A-FF9B7D7C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5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601060-B8A5-F219-0965-B6E2C57EA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927" y="1176151"/>
            <a:ext cx="8696864" cy="25039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9F893E-90A7-067A-7EEA-FA2102A8C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82" y="3707583"/>
            <a:ext cx="8935218" cy="287395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BF33B7-E6DB-F9C3-CE7D-CDB6179A1E91}"/>
              </a:ext>
            </a:extLst>
          </p:cNvPr>
          <p:cNvSpPr/>
          <p:nvPr/>
        </p:nvSpPr>
        <p:spPr>
          <a:xfrm>
            <a:off x="8893388" y="1510453"/>
            <a:ext cx="697653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21E042-CD5C-5E96-756D-0A807C9A68C3}"/>
              </a:ext>
            </a:extLst>
          </p:cNvPr>
          <p:cNvSpPr/>
          <p:nvPr/>
        </p:nvSpPr>
        <p:spPr>
          <a:xfrm>
            <a:off x="4788113" y="1510453"/>
            <a:ext cx="697653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07C9E6-6C86-0EA7-DD75-C54DCD49EA1C}"/>
              </a:ext>
            </a:extLst>
          </p:cNvPr>
          <p:cNvSpPr/>
          <p:nvPr/>
        </p:nvSpPr>
        <p:spPr>
          <a:xfrm>
            <a:off x="4998732" y="4101081"/>
            <a:ext cx="697653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C6C405-7D7A-0532-47B0-DCECD78CB098}"/>
              </a:ext>
            </a:extLst>
          </p:cNvPr>
          <p:cNvSpPr/>
          <p:nvPr/>
        </p:nvSpPr>
        <p:spPr>
          <a:xfrm>
            <a:off x="9102938" y="4101081"/>
            <a:ext cx="112691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3656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994C-86C4-BFC3-8B33-5C210697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E9A110F-64DB-95A1-634D-2231C6FCA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73" y="4000005"/>
            <a:ext cx="3756690" cy="21600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A078E6-E641-50E4-E802-B40F33F4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454" y="4000005"/>
            <a:ext cx="3835035" cy="216000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646D4F87-B110-CCE4-7167-7592E264E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839" y="4017967"/>
            <a:ext cx="3835035" cy="216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64AF8ED-8CC3-37BB-D272-F0728DA7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454" y="1323975"/>
            <a:ext cx="3756690" cy="216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DB74519-631C-4C1C-8934-A043C725C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184" y="1294463"/>
            <a:ext cx="3756690" cy="216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93A366A-89F2-C26B-BF95-491D2A09F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44" y="1323975"/>
            <a:ext cx="3756690" cy="216000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A5613E7D-7024-CA98-F10C-35D1E923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</a:t>
            </a:r>
            <a:r>
              <a:rPr kumimoji="1" lang="ja-JP" altLang="en-US" dirty="0"/>
              <a:t>法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8B8B022-0132-C68B-D516-F28A0A612705}"/>
              </a:ext>
            </a:extLst>
          </p:cNvPr>
          <p:cNvSpPr txBox="1"/>
          <p:nvPr/>
        </p:nvSpPr>
        <p:spPr>
          <a:xfrm>
            <a:off x="1397115" y="1139309"/>
            <a:ext cx="1562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m=10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F38FA18-3D19-8D7A-4078-BE23DD72E677}"/>
              </a:ext>
            </a:extLst>
          </p:cNvPr>
          <p:cNvSpPr txBox="1"/>
          <p:nvPr/>
        </p:nvSpPr>
        <p:spPr>
          <a:xfrm>
            <a:off x="5572188" y="1139309"/>
            <a:ext cx="1562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m=50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4C59ECB-C27F-1CF8-6B46-3CF5C1CB1F28}"/>
              </a:ext>
            </a:extLst>
          </p:cNvPr>
          <p:cNvSpPr txBox="1"/>
          <p:nvPr/>
        </p:nvSpPr>
        <p:spPr>
          <a:xfrm>
            <a:off x="9412981" y="1139309"/>
            <a:ext cx="16177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m=100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50FCB6A-043D-803D-A9DC-9F44C9B366C9}"/>
              </a:ext>
            </a:extLst>
          </p:cNvPr>
          <p:cNvSpPr txBox="1"/>
          <p:nvPr/>
        </p:nvSpPr>
        <p:spPr>
          <a:xfrm>
            <a:off x="1321101" y="3833301"/>
            <a:ext cx="1562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m=250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6C806DE-01EC-E95B-7991-AB44CA867FA5}"/>
              </a:ext>
            </a:extLst>
          </p:cNvPr>
          <p:cNvSpPr txBox="1"/>
          <p:nvPr/>
        </p:nvSpPr>
        <p:spPr>
          <a:xfrm>
            <a:off x="5314949" y="3833301"/>
            <a:ext cx="19684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m=350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361592-5C83-29A6-2CFE-5C53B72F968C}"/>
              </a:ext>
            </a:extLst>
          </p:cNvPr>
          <p:cNvSpPr txBox="1"/>
          <p:nvPr/>
        </p:nvSpPr>
        <p:spPr>
          <a:xfrm>
            <a:off x="9271221" y="3815339"/>
            <a:ext cx="17595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m=500</a:t>
            </a:r>
            <a:endParaRPr kumimoji="1"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AFD18A-2350-B2CA-7C3E-7BFD2A72E4BC}"/>
              </a:ext>
            </a:extLst>
          </p:cNvPr>
          <p:cNvSpPr/>
          <p:nvPr/>
        </p:nvSpPr>
        <p:spPr>
          <a:xfrm>
            <a:off x="4119616" y="3660186"/>
            <a:ext cx="7994182" cy="3057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7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>
            <a:extLst>
              <a:ext uri="{FF2B5EF4-FFF2-40B4-BE49-F238E27FC236}">
                <a16:creationId xmlns:a16="http://schemas.microsoft.com/office/drawing/2014/main" id="{0B973AA8-6037-7346-574B-01E3B9B08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384" y="4000005"/>
            <a:ext cx="3835035" cy="216000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BA3F48D0-9B33-D6DC-66A8-4EEE0F74E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49" y="4000005"/>
            <a:ext cx="3835035" cy="216000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F9CE9CC1-1A73-AC0D-0DC1-1A9A87338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48" y="4000005"/>
            <a:ext cx="3835035" cy="216000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E84D7166-74CD-D28B-6C00-F5527EC3D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763" y="1223524"/>
            <a:ext cx="3835035" cy="216000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955CE4E8-DCAB-67BB-3833-F50FE6EAE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0017" y="1323975"/>
            <a:ext cx="3756690" cy="216000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7C0B69DA-E932-83E9-FC64-B07A2BC30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38" y="1223524"/>
            <a:ext cx="3756690" cy="216000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Ensemble Transform Kalman Filter(ETKF)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E2B7823-718E-ACD4-135D-F2D0432C9448}"/>
              </a:ext>
            </a:extLst>
          </p:cNvPr>
          <p:cNvSpPr txBox="1"/>
          <p:nvPr/>
        </p:nvSpPr>
        <p:spPr>
          <a:xfrm>
            <a:off x="1397114" y="1139309"/>
            <a:ext cx="18184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m=10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A28FE7A-AEB3-6712-A2CC-41802D0E1EAA}"/>
              </a:ext>
            </a:extLst>
          </p:cNvPr>
          <p:cNvSpPr txBox="1"/>
          <p:nvPr/>
        </p:nvSpPr>
        <p:spPr>
          <a:xfrm>
            <a:off x="5461543" y="1130805"/>
            <a:ext cx="1761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m=50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9978B4D-63C4-BAB6-8542-01C7A950DD2F}"/>
              </a:ext>
            </a:extLst>
          </p:cNvPr>
          <p:cNvSpPr txBox="1"/>
          <p:nvPr/>
        </p:nvSpPr>
        <p:spPr>
          <a:xfrm>
            <a:off x="9468639" y="1139309"/>
            <a:ext cx="18025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m=100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5C9B46-E857-7334-2CC4-70541E491B4F}"/>
              </a:ext>
            </a:extLst>
          </p:cNvPr>
          <p:cNvSpPr txBox="1"/>
          <p:nvPr/>
        </p:nvSpPr>
        <p:spPr>
          <a:xfrm>
            <a:off x="1321100" y="3833301"/>
            <a:ext cx="183318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m=250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59172A0-4598-36A9-296E-99FA41C37E6B}"/>
              </a:ext>
            </a:extLst>
          </p:cNvPr>
          <p:cNvSpPr txBox="1"/>
          <p:nvPr/>
        </p:nvSpPr>
        <p:spPr>
          <a:xfrm>
            <a:off x="5314950" y="3833301"/>
            <a:ext cx="18807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m=350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65B3DD5-0083-90F4-D55E-D415EC57E624}"/>
              </a:ext>
            </a:extLst>
          </p:cNvPr>
          <p:cNvSpPr txBox="1"/>
          <p:nvPr/>
        </p:nvSpPr>
        <p:spPr>
          <a:xfrm>
            <a:off x="9267718" y="3815339"/>
            <a:ext cx="17630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m=500</a:t>
            </a:r>
            <a:endParaRPr kumimoji="1" lang="ja-JP" altLang="en-US" dirty="0"/>
          </a:p>
        </p:txBody>
      </p:sp>
      <p:sp>
        <p:nvSpPr>
          <p:cNvPr id="42" name="L 字 41">
            <a:extLst>
              <a:ext uri="{FF2B5EF4-FFF2-40B4-BE49-F238E27FC236}">
                <a16:creationId xmlns:a16="http://schemas.microsoft.com/office/drawing/2014/main" id="{398453DD-6FEA-354A-E1DA-1A3996EDC22C}"/>
              </a:ext>
            </a:extLst>
          </p:cNvPr>
          <p:cNvSpPr/>
          <p:nvPr/>
        </p:nvSpPr>
        <p:spPr>
          <a:xfrm flipH="1">
            <a:off x="164548" y="1139309"/>
            <a:ext cx="11949250" cy="5213866"/>
          </a:xfrm>
          <a:prstGeom prst="corner">
            <a:avLst>
              <a:gd name="adj1" fmla="val 50000"/>
              <a:gd name="adj2" fmla="val 7557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3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</a:t>
            </a:r>
            <a:r>
              <a:rPr kumimoji="1" lang="ja-JP" altLang="en-US" dirty="0"/>
              <a:t>法と</a:t>
            </a:r>
            <a:r>
              <a:rPr kumimoji="1" lang="en-US" altLang="ja-JP" dirty="0"/>
              <a:t>ETKF</a:t>
            </a:r>
            <a:r>
              <a:rPr kumimoji="1" lang="ja-JP" altLang="en-US" dirty="0"/>
              <a:t>の比較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353999" y="863662"/>
                <a:ext cx="11483999" cy="5777347"/>
              </a:xfrm>
            </p:spPr>
            <p:txBody>
              <a:bodyPr/>
              <a:lstStyle/>
              <a:p>
                <a:r>
                  <a:rPr kumimoji="1" lang="ja-JP" altLang="en-US" sz="2800" dirty="0"/>
                  <a:t>解析時のアンサンブル生成が異なる</a:t>
                </a:r>
                <a:endParaRPr kumimoji="1" lang="en-US" altLang="ja-JP" sz="2800" dirty="0"/>
              </a:p>
              <a:p>
                <a:pPr lvl="1"/>
                <a:r>
                  <a:rPr lang="en-US" altLang="ja-JP" sz="2400" dirty="0"/>
                  <a:t>PO</a:t>
                </a:r>
                <a:r>
                  <a:rPr lang="ja-JP" altLang="en-US" sz="2400" dirty="0"/>
                  <a:t>法</a:t>
                </a:r>
                <a:r>
                  <a:rPr lang="en-US" altLang="ja-JP" sz="2400" dirty="0"/>
                  <a:t>(</a:t>
                </a:r>
                <a:r>
                  <a:rPr lang="ja-JP" altLang="en-US" sz="2400" dirty="0"/>
                  <a:t>確率的手法、実行毎に同化結果が異なる？</a:t>
                </a:r>
                <a:r>
                  <a:rPr lang="en-US" altLang="ja-JP" sz="2400" dirty="0"/>
                  <a:t>)</a:t>
                </a:r>
              </a:p>
              <a:p>
                <a:pPr lvl="2"/>
                <a:r>
                  <a:rPr lang="ja-JP" altLang="en-US" sz="2200" dirty="0"/>
                  <a:t>観測値そのものにランダムノイズ</a:t>
                </a:r>
                <a:r>
                  <a:rPr lang="en-US" altLang="ja-JP" sz="2200" dirty="0"/>
                  <a:t>(</a:t>
                </a:r>
                <a:r>
                  <a:rPr lang="ja-JP" altLang="en-US" sz="2200" dirty="0"/>
                  <a:t>今回はガウシアンノイズ</a:t>
                </a:r>
                <a:r>
                  <a:rPr lang="en-US" altLang="ja-JP" sz="2200" dirty="0"/>
                  <a:t>)</a:t>
                </a:r>
                <a:r>
                  <a:rPr lang="ja-JP" altLang="en-US" sz="2200" dirty="0"/>
                  <a:t>を加える</a:t>
                </a:r>
                <a:endParaRPr lang="en-US" altLang="ja-JP" sz="2200" dirty="0"/>
              </a:p>
              <a:p>
                <a:pPr lvl="3"/>
                <a:endParaRPr lang="en-US" altLang="ja-JP" sz="2200" dirty="0"/>
              </a:p>
              <a:p>
                <a:pPr lvl="2"/>
                <a:endParaRPr kumimoji="1" lang="en-US" altLang="ja-JP" dirty="0"/>
              </a:p>
              <a:p>
                <a:pPr lvl="2"/>
                <a:endParaRPr lang="en-US" altLang="ja-JP" dirty="0"/>
              </a:p>
              <a:p>
                <a:pPr lvl="1"/>
                <a:r>
                  <a:rPr kumimoji="1" lang="en-US" altLang="ja-JP" sz="2400" dirty="0"/>
                  <a:t>ETKF(</a:t>
                </a:r>
                <a:r>
                  <a:rPr kumimoji="1" lang="ja-JP" altLang="en-US" sz="2400" dirty="0"/>
                  <a:t>決定論的手法、何度計算しても同化結果は同じ</a:t>
                </a:r>
                <a:r>
                  <a:rPr kumimoji="1" lang="en-US" altLang="ja-JP" sz="2400" dirty="0"/>
                  <a:t>)</a:t>
                </a:r>
              </a:p>
              <a:p>
                <a:pPr lvl="2"/>
                <a:r>
                  <a:rPr kumimoji="1" lang="ja-JP" altLang="en-US" sz="2200" dirty="0"/>
                  <a:t>予報摂動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2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sz="2200" i="1" dirty="0" err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kumimoji="1" lang="en-US" altLang="ja-JP" sz="2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kumimoji="1" lang="en-US" altLang="ja-JP" sz="22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kumimoji="1" lang="ja-JP" altLang="en-US" sz="2200" dirty="0"/>
                  <a:t>を解析摂動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2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sz="2200" i="1" dirty="0" err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ja-JP" sz="2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ja-JP" sz="2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kumimoji="1" lang="ja-JP" altLang="en-US" sz="2200" dirty="0"/>
                  <a:t>に変換する変換行列</a:t>
                </a:r>
                <a14:m>
                  <m:oMath xmlns:m="http://schemas.openxmlformats.org/officeDocument/2006/math">
                    <m:r>
                      <a:rPr kumimoji="1" lang="en-US" altLang="ja-JP" sz="2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ja-JP" altLang="en-US" sz="2200" dirty="0"/>
                  <a:t>を求めて直接変換</a:t>
                </a:r>
                <a:endParaRPr kumimoji="1" lang="en-US" altLang="ja-JP" sz="2200" dirty="0"/>
              </a:p>
              <a:p>
                <a:pPr marL="9693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ja-JP" altLang="en-US" sz="2200" i="1">
                          <a:latin typeface="Cambria Math" panose="02040503050406030204" pitchFamily="18" charset="0"/>
                        </a:rPr>
                        <m:t>・</m:t>
                      </m:r>
                      <m:r>
                        <a:rPr lang="en-US" altLang="ja-JP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kumimoji="1" lang="en-US" altLang="ja-JP" sz="2200" b="0" i="1" dirty="0">
                  <a:latin typeface="Cambria Math" panose="02040503050406030204" pitchFamily="18" charset="0"/>
                </a:endParaRPr>
              </a:p>
              <a:p>
                <a:pPr marL="9693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</a:rPr>
                        <m:t>= </m:t>
                      </m:r>
                      <m:acc>
                        <m:accPr>
                          <m:chr m:val="̅"/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kumimoji="1" lang="en-US" altLang="ja-JP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ja-JP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</m:e>
                      </m:acc>
                      <m:r>
                        <a:rPr lang="ja-JP" altLang="en-US" sz="2200" i="1">
                          <a:latin typeface="Cambria Math" panose="02040503050406030204" pitchFamily="18" charset="0"/>
                        </a:rPr>
                        <m:t>・</m:t>
                      </m:r>
                      <m:sSup>
                        <m:s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ja-JP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</a:rPr>
                        <m:t> </m:t>
                      </m:r>
                      <m:rad>
                        <m:radPr>
                          <m:degHide m:val="on"/>
                          <m:ctrlP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  <m:r>
                        <a:rPr kumimoji="1" lang="en-US" altLang="ja-JP" sz="2200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kumimoji="1" lang="en-US" altLang="ja-JP" sz="2200" dirty="0"/>
              </a:p>
              <a:p>
                <a:r>
                  <a:rPr kumimoji="1" lang="ja-JP" altLang="en-US" sz="2800" dirty="0"/>
                  <a:t>メリット・デメリット</a:t>
                </a:r>
                <a:endParaRPr kumimoji="1" lang="en-US" altLang="ja-JP" sz="2800" dirty="0"/>
              </a:p>
              <a:p>
                <a:pPr lvl="1"/>
                <a:r>
                  <a:rPr kumimoji="1" lang="en-US" altLang="ja-JP" dirty="0"/>
                  <a:t>PO</a:t>
                </a:r>
                <a:r>
                  <a:rPr kumimoji="1" lang="ja-JP" altLang="en-US" dirty="0"/>
                  <a:t>法：比較的容易に実装可能出来る一方、再現性に欠ける上にメンバー数がある程度必要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ETKF</a:t>
                </a:r>
                <a:r>
                  <a:rPr lang="ja-JP" altLang="en-US" dirty="0"/>
                  <a:t>：再現性・必要なメンバー数が少ない一方、同じメンバー数だと</a:t>
                </a:r>
                <a:r>
                  <a:rPr lang="en-US" altLang="ja-JP" dirty="0"/>
                  <a:t>PO</a:t>
                </a:r>
                <a:r>
                  <a:rPr lang="ja-JP" altLang="en-US" dirty="0"/>
                  <a:t>法より時間が掛かる</a:t>
                </a:r>
                <a:endParaRPr kumimoji="1" lang="en-US" altLang="ja-JP" dirty="0"/>
              </a:p>
              <a:p>
                <a:pPr lvl="2"/>
                <a:endParaRPr kumimoji="1" lang="en-US" altLang="ja-JP" sz="2200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2B8E83CA-CFAE-4900-9BEE-979834A48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53999" y="863662"/>
                <a:ext cx="11483999" cy="5777347"/>
              </a:xfrm>
              <a:blipFill>
                <a:blip r:embed="rId2"/>
                <a:stretch>
                  <a:fillRect l="-265" t="-2006" r="-1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37EBCD77-7900-4291-D662-8BC5AB3665D5}"/>
                  </a:ext>
                </a:extLst>
              </p:cNvPr>
              <p:cNvSpPr/>
              <p:nvPr/>
            </p:nvSpPr>
            <p:spPr>
              <a:xfrm>
                <a:off x="2454118" y="2627322"/>
                <a:ext cx="6144887" cy="6305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ja-JP" sz="28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altLang="ja-JP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𝛆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37EBCD77-7900-4291-D662-8BC5AB3665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118" y="2627322"/>
                <a:ext cx="6144887" cy="6305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A67D51F7-5ED0-173A-B8FB-B58DE833E3D3}"/>
              </a:ext>
            </a:extLst>
          </p:cNvPr>
          <p:cNvSpPr/>
          <p:nvPr/>
        </p:nvSpPr>
        <p:spPr>
          <a:xfrm>
            <a:off x="6264343" y="2139767"/>
            <a:ext cx="1692912" cy="532167"/>
          </a:xfrm>
          <a:prstGeom prst="wedgeRectCallout">
            <a:avLst>
              <a:gd name="adj1" fmla="val -33704"/>
              <a:gd name="adj2" fmla="val 704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4723EC7B-3DF0-DDA9-E72E-AB8812B07612}"/>
                  </a:ext>
                </a:extLst>
              </p:cNvPr>
              <p:cNvSpPr/>
              <p:nvPr/>
            </p:nvSpPr>
            <p:spPr>
              <a:xfrm>
                <a:off x="6326909" y="2165657"/>
                <a:ext cx="151002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𝛆</m:t>
                          </m:r>
                        </m:e>
                        <m:sub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sz="24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4723EC7B-3DF0-DDA9-E72E-AB8812B07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909" y="2165657"/>
                <a:ext cx="1510029" cy="461665"/>
              </a:xfrm>
              <a:prstGeom prst="rect">
                <a:avLst/>
              </a:prstGeom>
              <a:blipFill>
                <a:blip r:embed="rId4"/>
                <a:stretch>
                  <a:fillRect r="-14113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48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表紙について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ja-JP" altLang="en-US"/>
              <a:t>表紙については、テンプレートを気にせず自由に変更してください。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232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21261F4266C2947BAC7DA7007E5ACA4" ma:contentTypeVersion="10" ma:contentTypeDescription="新しいドキュメントを作成します。" ma:contentTypeScope="" ma:versionID="6c7128228f256c1be009d845524a3dc2">
  <xsd:schema xmlns:xsd="http://www.w3.org/2001/XMLSchema" xmlns:xs="http://www.w3.org/2001/XMLSchema" xmlns:p="http://schemas.microsoft.com/office/2006/metadata/properties" xmlns:ns3="f76998ab-17a9-4c66-a612-e2936be82fb4" targetNamespace="http://schemas.microsoft.com/office/2006/metadata/properties" ma:root="true" ma:fieldsID="8cc9e929efd3d29491246d6429a4e7aa" ns3:_="">
    <xsd:import namespace="f76998ab-17a9-4c66-a612-e2936be82fb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6998ab-17a9-4c66-a612-e2936be82fb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6998ab-17a9-4c66-a612-e2936be82fb4" xsi:nil="true"/>
  </documentManagement>
</p:properties>
</file>

<file path=customXml/itemProps1.xml><?xml version="1.0" encoding="utf-8"?>
<ds:datastoreItem xmlns:ds="http://schemas.openxmlformats.org/officeDocument/2006/customXml" ds:itemID="{A87101EB-8738-4880-B5EE-E57EC56A8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51072A-3FD7-4D27-89AD-8D3102883A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6998ab-17a9-4c66-a612-e2936be82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24438-8CA1-4FAB-867E-5FDD10A90115}">
  <ds:schemaRefs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f76998ab-17a9-4c66-a612-e2936be82fb4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240</Words>
  <Application>Microsoft Office PowerPoint</Application>
  <PresentationFormat>ワイド画面</PresentationFormat>
  <Paragraphs>37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Segoe UI</vt:lpstr>
      <vt:lpstr>Office テーマ</vt:lpstr>
      <vt:lpstr>1_Office テーマ</vt:lpstr>
      <vt:lpstr>地球観測社会システム 第4回経過報告</vt:lpstr>
      <vt:lpstr>Basic Task 5</vt:lpstr>
      <vt:lpstr>PO法</vt:lpstr>
      <vt:lpstr>Ensemble Transform Kalman Filter(ETKF)</vt:lpstr>
      <vt:lpstr>PO法とETKFの比較</vt:lpstr>
      <vt:lpstr>表紙について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第4回経過報告</dc:title>
  <dc:creator>cgfa6170</dc:creator>
  <cp:lastModifiedBy>cgfa6170</cp:lastModifiedBy>
  <cp:revision>3</cp:revision>
  <dcterms:created xsi:type="dcterms:W3CDTF">2025-10-30T16:27:29Z</dcterms:created>
  <dcterms:modified xsi:type="dcterms:W3CDTF">2025-10-31T03:28:48Z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0x010100221261F4266C2947BAC7DA7007E5ACA4</vt:lpwstr>
  </property>
</Properties>
</file>