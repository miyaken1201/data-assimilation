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745" r:id="rId2"/>
    <p:sldId id="2057" r:id="rId3"/>
    <p:sldId id="2061" r:id="rId4"/>
    <p:sldId id="2064" r:id="rId5"/>
    <p:sldId id="2065" r:id="rId6"/>
    <p:sldId id="2066" r:id="rId7"/>
    <p:sldId id="2067" r:id="rId8"/>
    <p:sldId id="2068" r:id="rId9"/>
    <p:sldId id="2069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05A05C-656A-4B83-93DB-C13261A0657E}" v="34" dt="2025-11-20T04:48:44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82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gfa6170" userId="46cde8c4-1d5f-444e-a8bb-106eec3feaad" providerId="ADAL" clId="{06CD6627-C2A5-46B8-86F9-F25CB3A257A2}"/>
    <pc:docChg chg="addSld modSld sldOrd">
      <pc:chgData name="cgfa6170" userId="46cde8c4-1d5f-444e-a8bb-106eec3feaad" providerId="ADAL" clId="{06CD6627-C2A5-46B8-86F9-F25CB3A257A2}" dt="2025-11-20T05:44:56.453" v="414" actId="20577"/>
      <pc:docMkLst>
        <pc:docMk/>
      </pc:docMkLst>
      <pc:sldChg chg="add">
        <pc:chgData name="cgfa6170" userId="46cde8c4-1d5f-444e-a8bb-106eec3feaad" providerId="ADAL" clId="{06CD6627-C2A5-46B8-86F9-F25CB3A257A2}" dt="2025-11-20T05:32:38.632" v="220"/>
        <pc:sldMkLst>
          <pc:docMk/>
          <pc:sldMk cId="1039232560" sldId="2061"/>
        </pc:sldMkLst>
      </pc:sldChg>
      <pc:sldChg chg="modNotesTx">
        <pc:chgData name="cgfa6170" userId="46cde8c4-1d5f-444e-a8bb-106eec3feaad" providerId="ADAL" clId="{06CD6627-C2A5-46B8-86F9-F25CB3A257A2}" dt="2025-11-20T05:44:15.983" v="309" actId="20577"/>
        <pc:sldMkLst>
          <pc:docMk/>
          <pc:sldMk cId="1967762033" sldId="2064"/>
        </pc:sldMkLst>
      </pc:sldChg>
      <pc:sldChg chg="ord">
        <pc:chgData name="cgfa6170" userId="46cde8c4-1d5f-444e-a8bb-106eec3feaad" providerId="ADAL" clId="{06CD6627-C2A5-46B8-86F9-F25CB3A257A2}" dt="2025-11-20T05:32:33.200" v="219"/>
        <pc:sldMkLst>
          <pc:docMk/>
          <pc:sldMk cId="729575705" sldId="2065"/>
        </pc:sldMkLst>
      </pc:sldChg>
      <pc:sldChg chg="modNotesTx">
        <pc:chgData name="cgfa6170" userId="46cde8c4-1d5f-444e-a8bb-106eec3feaad" providerId="ADAL" clId="{06CD6627-C2A5-46B8-86F9-F25CB3A257A2}" dt="2025-11-20T05:44:56.453" v="414" actId="20577"/>
        <pc:sldMkLst>
          <pc:docMk/>
          <pc:sldMk cId="1102116655" sldId="2066"/>
        </pc:sldMkLst>
      </pc:sldChg>
      <pc:sldChg chg="modSp mod">
        <pc:chgData name="cgfa6170" userId="46cde8c4-1d5f-444e-a8bb-106eec3feaad" providerId="ADAL" clId="{06CD6627-C2A5-46B8-86F9-F25CB3A257A2}" dt="2025-11-20T05:30:29.061" v="217" actId="20577"/>
        <pc:sldMkLst>
          <pc:docMk/>
          <pc:sldMk cId="607319659" sldId="2068"/>
        </pc:sldMkLst>
        <pc:spChg chg="mod">
          <ac:chgData name="cgfa6170" userId="46cde8c4-1d5f-444e-a8bb-106eec3feaad" providerId="ADAL" clId="{06CD6627-C2A5-46B8-86F9-F25CB3A257A2}" dt="2025-11-20T05:30:29.061" v="217" actId="20577"/>
          <ac:spMkLst>
            <pc:docMk/>
            <pc:sldMk cId="607319659" sldId="2068"/>
            <ac:spMk id="7" creationId="{1C550226-D6A0-25CA-17F7-04251EE33263}"/>
          </ac:spMkLst>
        </pc:spChg>
      </pc:sldChg>
    </pc:docChg>
  </pc:docChgLst>
  <pc:docChgLst>
    <pc:chgData name="cgfa6170" userId="46cde8c4-1d5f-444e-a8bb-106eec3feaad" providerId="ADAL" clId="{A536451E-CB62-466F-86FB-D0FAE876C875}"/>
    <pc:docChg chg="undo custSel addSld delSld modSld">
      <pc:chgData name="cgfa6170" userId="46cde8c4-1d5f-444e-a8bb-106eec3feaad" providerId="ADAL" clId="{A536451E-CB62-466F-86FB-D0FAE876C875}" dt="2025-11-20T04:48:44.023" v="1643"/>
      <pc:docMkLst>
        <pc:docMk/>
      </pc:docMkLst>
      <pc:sldChg chg="addSp delSp modSp add mod">
        <pc:chgData name="cgfa6170" userId="46cde8c4-1d5f-444e-a8bb-106eec3feaad" providerId="ADAL" clId="{A536451E-CB62-466F-86FB-D0FAE876C875}" dt="2025-11-20T04:16:13.284" v="133" actId="478"/>
        <pc:sldMkLst>
          <pc:docMk/>
          <pc:sldMk cId="1853656746" sldId="2057"/>
        </pc:sldMkLst>
        <pc:spChg chg="mod">
          <ac:chgData name="cgfa6170" userId="46cde8c4-1d5f-444e-a8bb-106eec3feaad" providerId="ADAL" clId="{A536451E-CB62-466F-86FB-D0FAE876C875}" dt="2025-11-20T04:14:40.154" v="28" actId="14100"/>
          <ac:spMkLst>
            <pc:docMk/>
            <pc:sldMk cId="1853656746" sldId="2057"/>
            <ac:spMk id="6" creationId="{B8BF33B7-E6DB-F9C3-CE7D-CDB6179A1E91}"/>
          </ac:spMkLst>
        </pc:spChg>
        <pc:spChg chg="mod">
          <ac:chgData name="cgfa6170" userId="46cde8c4-1d5f-444e-a8bb-106eec3feaad" providerId="ADAL" clId="{A536451E-CB62-466F-86FB-D0FAE876C875}" dt="2025-11-20T04:14:32.883" v="26" actId="20577"/>
          <ac:spMkLst>
            <pc:docMk/>
            <pc:sldMk cId="1853656746" sldId="2057"/>
            <ac:spMk id="7" creationId="{DD8A738F-ED26-4629-9EDF-980E0EE116A4}"/>
          </ac:spMkLst>
        </pc:spChg>
        <pc:spChg chg="mod">
          <ac:chgData name="cgfa6170" userId="46cde8c4-1d5f-444e-a8bb-106eec3feaad" providerId="ADAL" clId="{A536451E-CB62-466F-86FB-D0FAE876C875}" dt="2025-11-20T04:14:48.454" v="30" actId="14100"/>
          <ac:spMkLst>
            <pc:docMk/>
            <pc:sldMk cId="1853656746" sldId="2057"/>
            <ac:spMk id="9" creationId="{F8C6C405-7D7A-0532-47B0-DCECD78CB098}"/>
          </ac:spMkLst>
        </pc:spChg>
        <pc:spChg chg="add del mod">
          <ac:chgData name="cgfa6170" userId="46cde8c4-1d5f-444e-a8bb-106eec3feaad" providerId="ADAL" clId="{A536451E-CB62-466F-86FB-D0FAE876C875}" dt="2025-11-20T04:16:13.284" v="133" actId="478"/>
          <ac:spMkLst>
            <pc:docMk/>
            <pc:sldMk cId="1853656746" sldId="2057"/>
            <ac:spMk id="11" creationId="{3028E38E-32E1-F97B-91C1-AF5E78BB243E}"/>
          </ac:spMkLst>
        </pc:spChg>
        <pc:spChg chg="add del mod">
          <ac:chgData name="cgfa6170" userId="46cde8c4-1d5f-444e-a8bb-106eec3feaad" providerId="ADAL" clId="{A536451E-CB62-466F-86FB-D0FAE876C875}" dt="2025-11-20T04:16:07.545" v="132" actId="478"/>
          <ac:spMkLst>
            <pc:docMk/>
            <pc:sldMk cId="1853656746" sldId="2057"/>
            <ac:spMk id="12" creationId="{ABD8AEB8-E3AD-4009-28FD-B2D760172AE0}"/>
          </ac:spMkLst>
        </pc:spChg>
      </pc:sldChg>
      <pc:sldChg chg="addSp delSp modSp add del mod">
        <pc:chgData name="cgfa6170" userId="46cde8c4-1d5f-444e-a8bb-106eec3feaad" providerId="ADAL" clId="{A536451E-CB62-466F-86FB-D0FAE876C875}" dt="2025-11-20T04:13:47.109" v="16" actId="47"/>
        <pc:sldMkLst>
          <pc:docMk/>
          <pc:sldMk cId="2869372743" sldId="2063"/>
        </pc:sldMkLst>
        <pc:spChg chg="add del mod">
          <ac:chgData name="cgfa6170" userId="46cde8c4-1d5f-444e-a8bb-106eec3feaad" providerId="ADAL" clId="{A536451E-CB62-466F-86FB-D0FAE876C875}" dt="2025-11-20T04:12:42.178" v="6" actId="478"/>
          <ac:spMkLst>
            <pc:docMk/>
            <pc:sldMk cId="2869372743" sldId="2063"/>
            <ac:spMk id="3" creationId="{9D1461F4-1953-09E0-9491-C13E14047607}"/>
          </ac:spMkLst>
        </pc:spChg>
        <pc:spChg chg="mod">
          <ac:chgData name="cgfa6170" userId="46cde8c4-1d5f-444e-a8bb-106eec3feaad" providerId="ADAL" clId="{A536451E-CB62-466F-86FB-D0FAE876C875}" dt="2025-11-20T04:13:23.162" v="14" actId="20577"/>
          <ac:spMkLst>
            <pc:docMk/>
            <pc:sldMk cId="2869372743" sldId="2063"/>
            <ac:spMk id="6" creationId="{8F99F45E-6E11-42BE-BE28-1DC6881DC7CE}"/>
          </ac:spMkLst>
        </pc:spChg>
        <pc:spChg chg="del">
          <ac:chgData name="cgfa6170" userId="46cde8c4-1d5f-444e-a8bb-106eec3feaad" providerId="ADAL" clId="{A536451E-CB62-466F-86FB-D0FAE876C875}" dt="2025-11-20T04:12:39.629" v="5" actId="478"/>
          <ac:spMkLst>
            <pc:docMk/>
            <pc:sldMk cId="2869372743" sldId="2063"/>
            <ac:spMk id="7" creationId="{2B8E83CA-CFAE-4900-9BEE-979834A48AFD}"/>
          </ac:spMkLst>
        </pc:spChg>
      </pc:sldChg>
      <pc:sldChg chg="addSp delSp modSp add mod">
        <pc:chgData name="cgfa6170" userId="46cde8c4-1d5f-444e-a8bb-106eec3feaad" providerId="ADAL" clId="{A536451E-CB62-466F-86FB-D0FAE876C875}" dt="2025-11-20T04:24:07.972" v="481" actId="20577"/>
        <pc:sldMkLst>
          <pc:docMk/>
          <pc:sldMk cId="1967762033" sldId="2064"/>
        </pc:sldMkLst>
        <pc:spChg chg="add del mod">
          <ac:chgData name="cgfa6170" userId="46cde8c4-1d5f-444e-a8bb-106eec3feaad" providerId="ADAL" clId="{A536451E-CB62-466F-86FB-D0FAE876C875}" dt="2025-11-20T04:17:59.297" v="280" actId="20577"/>
          <ac:spMkLst>
            <pc:docMk/>
            <pc:sldMk cId="1967762033" sldId="2064"/>
            <ac:spMk id="3" creationId="{F9BD6BD7-30C5-F3A6-057A-76FC51383290}"/>
          </ac:spMkLst>
        </pc:spChg>
        <pc:spChg chg="mod">
          <ac:chgData name="cgfa6170" userId="46cde8c4-1d5f-444e-a8bb-106eec3feaad" providerId="ADAL" clId="{A536451E-CB62-466F-86FB-D0FAE876C875}" dt="2025-11-20T04:16:25.278" v="151" actId="20577"/>
          <ac:spMkLst>
            <pc:docMk/>
            <pc:sldMk cId="1967762033" sldId="2064"/>
            <ac:spMk id="6" creationId="{8F99F45E-6E11-42BE-BE28-1DC6881DC7CE}"/>
          </ac:spMkLst>
        </pc:spChg>
        <pc:spChg chg="del">
          <ac:chgData name="cgfa6170" userId="46cde8c4-1d5f-444e-a8bb-106eec3feaad" providerId="ADAL" clId="{A536451E-CB62-466F-86FB-D0FAE876C875}" dt="2025-11-20T04:16:28.513" v="152" actId="478"/>
          <ac:spMkLst>
            <pc:docMk/>
            <pc:sldMk cId="1967762033" sldId="2064"/>
            <ac:spMk id="7" creationId="{2B8E83CA-CFAE-4900-9BEE-979834A48AFD}"/>
          </ac:spMkLst>
        </pc:spChg>
        <pc:spChg chg="add mod">
          <ac:chgData name="cgfa6170" userId="46cde8c4-1d5f-444e-a8bb-106eec3feaad" providerId="ADAL" clId="{A536451E-CB62-466F-86FB-D0FAE876C875}" dt="2025-11-20T04:24:07.972" v="481" actId="20577"/>
          <ac:spMkLst>
            <pc:docMk/>
            <pc:sldMk cId="1967762033" sldId="2064"/>
            <ac:spMk id="8" creationId="{3E54DEFC-4AAD-686C-1E08-4E5029B61665}"/>
          </ac:spMkLst>
        </pc:spChg>
        <pc:spChg chg="add mod">
          <ac:chgData name="cgfa6170" userId="46cde8c4-1d5f-444e-a8bb-106eec3feaad" providerId="ADAL" clId="{A536451E-CB62-466F-86FB-D0FAE876C875}" dt="2025-11-20T04:19:26.964" v="285" actId="1076"/>
          <ac:spMkLst>
            <pc:docMk/>
            <pc:sldMk cId="1967762033" sldId="2064"/>
            <ac:spMk id="10" creationId="{BEEC108C-182B-54FB-D4C2-E495547AB66A}"/>
          </ac:spMkLst>
        </pc:spChg>
        <pc:spChg chg="add mod">
          <ac:chgData name="cgfa6170" userId="46cde8c4-1d5f-444e-a8bb-106eec3feaad" providerId="ADAL" clId="{A536451E-CB62-466F-86FB-D0FAE876C875}" dt="2025-11-20T04:19:26.964" v="285" actId="1076"/>
          <ac:spMkLst>
            <pc:docMk/>
            <pc:sldMk cId="1967762033" sldId="2064"/>
            <ac:spMk id="11" creationId="{DB9761F9-3375-007B-79C8-13E7DFCD5D38}"/>
          </ac:spMkLst>
        </pc:spChg>
        <pc:spChg chg="add del mod">
          <ac:chgData name="cgfa6170" userId="46cde8c4-1d5f-444e-a8bb-106eec3feaad" providerId="ADAL" clId="{A536451E-CB62-466F-86FB-D0FAE876C875}" dt="2025-11-20T04:19:33.391" v="287" actId="478"/>
          <ac:spMkLst>
            <pc:docMk/>
            <pc:sldMk cId="1967762033" sldId="2064"/>
            <ac:spMk id="13" creationId="{96B79340-C23D-82C7-7701-2DFB35F90FCB}"/>
          </ac:spMkLst>
        </pc:spChg>
        <pc:spChg chg="add mod">
          <ac:chgData name="cgfa6170" userId="46cde8c4-1d5f-444e-a8bb-106eec3feaad" providerId="ADAL" clId="{A536451E-CB62-466F-86FB-D0FAE876C875}" dt="2025-11-20T04:20:44.892" v="448" actId="20577"/>
          <ac:spMkLst>
            <pc:docMk/>
            <pc:sldMk cId="1967762033" sldId="2064"/>
            <ac:spMk id="14" creationId="{664F7DF8-AEF9-596D-77ED-C721CDF96411}"/>
          </ac:spMkLst>
        </pc:spChg>
        <pc:spChg chg="add del mod">
          <ac:chgData name="cgfa6170" userId="46cde8c4-1d5f-444e-a8bb-106eec3feaad" providerId="ADAL" clId="{A536451E-CB62-466F-86FB-D0FAE876C875}" dt="2025-11-20T04:22:43.706" v="459" actId="478"/>
          <ac:spMkLst>
            <pc:docMk/>
            <pc:sldMk cId="1967762033" sldId="2064"/>
            <ac:spMk id="17" creationId="{9A4BC482-A15B-35C1-383B-FBEE5A7B696D}"/>
          </ac:spMkLst>
        </pc:spChg>
        <pc:spChg chg="add mod">
          <ac:chgData name="cgfa6170" userId="46cde8c4-1d5f-444e-a8bb-106eec3feaad" providerId="ADAL" clId="{A536451E-CB62-466F-86FB-D0FAE876C875}" dt="2025-11-20T04:22:51.714" v="462" actId="1076"/>
          <ac:spMkLst>
            <pc:docMk/>
            <pc:sldMk cId="1967762033" sldId="2064"/>
            <ac:spMk id="19" creationId="{7FFCAC6A-E350-EEB3-0B1A-1A7D09D5888D}"/>
          </ac:spMkLst>
        </pc:spChg>
        <pc:spChg chg="add mod">
          <ac:chgData name="cgfa6170" userId="46cde8c4-1d5f-444e-a8bb-106eec3feaad" providerId="ADAL" clId="{A536451E-CB62-466F-86FB-D0FAE876C875}" dt="2025-11-20T04:22:48.691" v="461" actId="1076"/>
          <ac:spMkLst>
            <pc:docMk/>
            <pc:sldMk cId="1967762033" sldId="2064"/>
            <ac:spMk id="20" creationId="{AE61602C-506B-0027-2656-3A7D07C3AF9B}"/>
          </ac:spMkLst>
        </pc:spChg>
        <pc:picChg chg="add del">
          <ac:chgData name="cgfa6170" userId="46cde8c4-1d5f-444e-a8bb-106eec3feaad" providerId="ADAL" clId="{A536451E-CB62-466F-86FB-D0FAE876C875}" dt="2025-11-20T04:16:43.094" v="155" actId="22"/>
          <ac:picMkLst>
            <pc:docMk/>
            <pc:sldMk cId="1967762033" sldId="2064"/>
            <ac:picMk id="5" creationId="{D1648499-958E-B677-A0AD-0FF054FF89B5}"/>
          </ac:picMkLst>
        </pc:picChg>
        <pc:picChg chg="add mod">
          <ac:chgData name="cgfa6170" userId="46cde8c4-1d5f-444e-a8bb-106eec3feaad" providerId="ADAL" clId="{A536451E-CB62-466F-86FB-D0FAE876C875}" dt="2025-11-20T04:19:26.964" v="285" actId="1076"/>
          <ac:picMkLst>
            <pc:docMk/>
            <pc:sldMk cId="1967762033" sldId="2064"/>
            <ac:picMk id="9" creationId="{4869E46B-1BF1-C7CD-DF6A-8D8C3B97FDF9}"/>
          </ac:picMkLst>
        </pc:picChg>
        <pc:picChg chg="add mod">
          <ac:chgData name="cgfa6170" userId="46cde8c4-1d5f-444e-a8bb-106eec3feaad" providerId="ADAL" clId="{A536451E-CB62-466F-86FB-D0FAE876C875}" dt="2025-11-20T04:19:28.467" v="286"/>
          <ac:picMkLst>
            <pc:docMk/>
            <pc:sldMk cId="1967762033" sldId="2064"/>
            <ac:picMk id="12" creationId="{AE9E6E57-9E99-0378-8FF0-8915BB5C48EC}"/>
          </ac:picMkLst>
        </pc:picChg>
        <pc:picChg chg="add mod">
          <ac:chgData name="cgfa6170" userId="46cde8c4-1d5f-444e-a8bb-106eec3feaad" providerId="ADAL" clId="{A536451E-CB62-466F-86FB-D0FAE876C875}" dt="2025-11-20T04:20:14.169" v="400" actId="1076"/>
          <ac:picMkLst>
            <pc:docMk/>
            <pc:sldMk cId="1967762033" sldId="2064"/>
            <ac:picMk id="16" creationId="{508E3BCA-FF17-D0C8-09A6-7CF1EAEF4579}"/>
          </ac:picMkLst>
        </pc:picChg>
        <pc:picChg chg="add mod">
          <ac:chgData name="cgfa6170" userId="46cde8c4-1d5f-444e-a8bb-106eec3feaad" providerId="ADAL" clId="{A536451E-CB62-466F-86FB-D0FAE876C875}" dt="2025-11-20T04:22:12.284" v="450" actId="1076"/>
          <ac:picMkLst>
            <pc:docMk/>
            <pc:sldMk cId="1967762033" sldId="2064"/>
            <ac:picMk id="18" creationId="{6E4D6E4E-0FEF-EE94-767C-BB8EFF202407}"/>
          </ac:picMkLst>
        </pc:picChg>
      </pc:sldChg>
      <pc:sldChg chg="addSp delSp modSp add mod">
        <pc:chgData name="cgfa6170" userId="46cde8c4-1d5f-444e-a8bb-106eec3feaad" providerId="ADAL" clId="{A536451E-CB62-466F-86FB-D0FAE876C875}" dt="2025-11-20T04:28:00.204" v="739" actId="20577"/>
        <pc:sldMkLst>
          <pc:docMk/>
          <pc:sldMk cId="729575705" sldId="2065"/>
        </pc:sldMkLst>
        <pc:spChg chg="add mod">
          <ac:chgData name="cgfa6170" userId="46cde8c4-1d5f-444e-a8bb-106eec3feaad" providerId="ADAL" clId="{A536451E-CB62-466F-86FB-D0FAE876C875}" dt="2025-11-20T04:23:47.217" v="466"/>
          <ac:spMkLst>
            <pc:docMk/>
            <pc:sldMk cId="729575705" sldId="2065"/>
            <ac:spMk id="2" creationId="{044731E1-E505-6450-B520-4AD5793F3332}"/>
          </ac:spMkLst>
        </pc:spChg>
        <pc:spChg chg="add mod">
          <ac:chgData name="cgfa6170" userId="46cde8c4-1d5f-444e-a8bb-106eec3feaad" providerId="ADAL" clId="{A536451E-CB62-466F-86FB-D0FAE876C875}" dt="2025-11-20T04:23:49.966" v="468"/>
          <ac:spMkLst>
            <pc:docMk/>
            <pc:sldMk cId="729575705" sldId="2065"/>
            <ac:spMk id="3" creationId="{087F759F-84A8-DC0C-E91F-C1572990F6F3}"/>
          </ac:spMkLst>
        </pc:spChg>
        <pc:spChg chg="add mod">
          <ac:chgData name="cgfa6170" userId="46cde8c4-1d5f-444e-a8bb-106eec3feaad" providerId="ADAL" clId="{A536451E-CB62-466F-86FB-D0FAE876C875}" dt="2025-11-20T04:24:58.203" v="571" actId="20577"/>
          <ac:spMkLst>
            <pc:docMk/>
            <pc:sldMk cId="729575705" sldId="2065"/>
            <ac:spMk id="4" creationId="{4695419F-6E53-8F86-D9AB-E7C30EE89B77}"/>
          </ac:spMkLst>
        </pc:spChg>
        <pc:spChg chg="mod">
          <ac:chgData name="cgfa6170" userId="46cde8c4-1d5f-444e-a8bb-106eec3feaad" providerId="ADAL" clId="{A536451E-CB62-466F-86FB-D0FAE876C875}" dt="2025-11-20T04:26:41.897" v="698" actId="20577"/>
          <ac:spMkLst>
            <pc:docMk/>
            <pc:sldMk cId="729575705" sldId="2065"/>
            <ac:spMk id="6" creationId="{8F99F45E-6E11-42BE-BE28-1DC6881DC7CE}"/>
          </ac:spMkLst>
        </pc:spChg>
        <pc:spChg chg="add del mod">
          <ac:chgData name="cgfa6170" userId="46cde8c4-1d5f-444e-a8bb-106eec3feaad" providerId="ADAL" clId="{A536451E-CB62-466F-86FB-D0FAE876C875}" dt="2025-11-20T04:23:55.403" v="472" actId="478"/>
          <ac:spMkLst>
            <pc:docMk/>
            <pc:sldMk cId="729575705" sldId="2065"/>
            <ac:spMk id="7" creationId="{2B8E83CA-CFAE-4900-9BEE-979834A48AFD}"/>
          </ac:spMkLst>
        </pc:spChg>
        <pc:spChg chg="add del mod">
          <ac:chgData name="cgfa6170" userId="46cde8c4-1d5f-444e-a8bb-106eec3feaad" providerId="ADAL" clId="{A536451E-CB62-466F-86FB-D0FAE876C875}" dt="2025-11-20T04:23:57.325" v="473" actId="478"/>
          <ac:spMkLst>
            <pc:docMk/>
            <pc:sldMk cId="729575705" sldId="2065"/>
            <ac:spMk id="8" creationId="{54B04008-6600-B004-BF8F-F0F508E4FDEE}"/>
          </ac:spMkLst>
        </pc:spChg>
        <pc:spChg chg="add mod">
          <ac:chgData name="cgfa6170" userId="46cde8c4-1d5f-444e-a8bb-106eec3feaad" providerId="ADAL" clId="{A536451E-CB62-466F-86FB-D0FAE876C875}" dt="2025-11-20T04:27:44.153" v="721" actId="1076"/>
          <ac:spMkLst>
            <pc:docMk/>
            <pc:sldMk cId="729575705" sldId="2065"/>
            <ac:spMk id="12" creationId="{BBEA7C70-4CCA-E1CA-F40E-D2DE6AD7814A}"/>
          </ac:spMkLst>
        </pc:spChg>
        <pc:spChg chg="add mod">
          <ac:chgData name="cgfa6170" userId="46cde8c4-1d5f-444e-a8bb-106eec3feaad" providerId="ADAL" clId="{A536451E-CB62-466F-86FB-D0FAE876C875}" dt="2025-11-20T04:28:00.204" v="739" actId="20577"/>
          <ac:spMkLst>
            <pc:docMk/>
            <pc:sldMk cId="729575705" sldId="2065"/>
            <ac:spMk id="13" creationId="{D8EF6B5E-6BA8-C53A-8E70-0117ACC7A66C}"/>
          </ac:spMkLst>
        </pc:spChg>
        <pc:picChg chg="add mod">
          <ac:chgData name="cgfa6170" userId="46cde8c4-1d5f-444e-a8bb-106eec3feaad" providerId="ADAL" clId="{A536451E-CB62-466F-86FB-D0FAE876C875}" dt="2025-11-20T04:26:22.292" v="672" actId="1076"/>
          <ac:picMkLst>
            <pc:docMk/>
            <pc:sldMk cId="729575705" sldId="2065"/>
            <ac:picMk id="10" creationId="{135478B8-F1AE-F6B5-0929-497A1A507AA1}"/>
          </ac:picMkLst>
        </pc:picChg>
        <pc:picChg chg="add mod">
          <ac:chgData name="cgfa6170" userId="46cde8c4-1d5f-444e-a8bb-106eec3feaad" providerId="ADAL" clId="{A536451E-CB62-466F-86FB-D0FAE876C875}" dt="2025-11-20T04:27:27.884" v="719" actId="1076"/>
          <ac:picMkLst>
            <pc:docMk/>
            <pc:sldMk cId="729575705" sldId="2065"/>
            <ac:picMk id="11" creationId="{C4EC7682-CB9A-AF08-01A8-8FC6CFB34AE5}"/>
          </ac:picMkLst>
        </pc:picChg>
      </pc:sldChg>
      <pc:sldChg chg="addSp modSp add mod">
        <pc:chgData name="cgfa6170" userId="46cde8c4-1d5f-444e-a8bb-106eec3feaad" providerId="ADAL" clId="{A536451E-CB62-466F-86FB-D0FAE876C875}" dt="2025-11-20T04:35:33.490" v="1216" actId="20577"/>
        <pc:sldMkLst>
          <pc:docMk/>
          <pc:sldMk cId="1102116655" sldId="2066"/>
        </pc:sldMkLst>
        <pc:spChg chg="mod">
          <ac:chgData name="cgfa6170" userId="46cde8c4-1d5f-444e-a8bb-106eec3feaad" providerId="ADAL" clId="{A536451E-CB62-466F-86FB-D0FAE876C875}" dt="2025-11-20T04:34:03.857" v="1173" actId="20577"/>
          <ac:spMkLst>
            <pc:docMk/>
            <pc:sldMk cId="1102116655" sldId="2066"/>
            <ac:spMk id="6" creationId="{8F99F45E-6E11-42BE-BE28-1DC6881DC7CE}"/>
          </ac:spMkLst>
        </pc:spChg>
        <pc:spChg chg="mod">
          <ac:chgData name="cgfa6170" userId="46cde8c4-1d5f-444e-a8bb-106eec3feaad" providerId="ADAL" clId="{A536451E-CB62-466F-86FB-D0FAE876C875}" dt="2025-11-20T04:35:33.490" v="1216" actId="20577"/>
          <ac:spMkLst>
            <pc:docMk/>
            <pc:sldMk cId="1102116655" sldId="2066"/>
            <ac:spMk id="7" creationId="{2B8E83CA-CFAE-4900-9BEE-979834A48AFD}"/>
          </ac:spMkLst>
        </pc:spChg>
        <pc:spChg chg="add mod">
          <ac:chgData name="cgfa6170" userId="46cde8c4-1d5f-444e-a8bb-106eec3feaad" providerId="ADAL" clId="{A536451E-CB62-466F-86FB-D0FAE876C875}" dt="2025-11-20T04:32:59.724" v="1134" actId="1035"/>
          <ac:spMkLst>
            <pc:docMk/>
            <pc:sldMk cId="1102116655" sldId="2066"/>
            <ac:spMk id="10" creationId="{005CE89C-E8C0-BC48-C325-E6D6BF68DCB5}"/>
          </ac:spMkLst>
        </pc:spChg>
        <pc:picChg chg="add mod">
          <ac:chgData name="cgfa6170" userId="46cde8c4-1d5f-444e-a8bb-106eec3feaad" providerId="ADAL" clId="{A536451E-CB62-466F-86FB-D0FAE876C875}" dt="2025-11-20T04:34:38.518" v="1181" actId="1076"/>
          <ac:picMkLst>
            <pc:docMk/>
            <pc:sldMk cId="1102116655" sldId="2066"/>
            <ac:picMk id="3" creationId="{2F4518A9-D846-C20D-2CF3-DE6314CEB101}"/>
          </ac:picMkLst>
        </pc:picChg>
        <pc:picChg chg="add mod">
          <ac:chgData name="cgfa6170" userId="46cde8c4-1d5f-444e-a8bb-106eec3feaad" providerId="ADAL" clId="{A536451E-CB62-466F-86FB-D0FAE876C875}" dt="2025-11-20T04:34:38.518" v="1181" actId="1076"/>
          <ac:picMkLst>
            <pc:docMk/>
            <pc:sldMk cId="1102116655" sldId="2066"/>
            <ac:picMk id="5" creationId="{425B99FA-6E70-A649-1258-F7C9EA3A1852}"/>
          </ac:picMkLst>
        </pc:picChg>
        <pc:picChg chg="add mod modCrop">
          <ac:chgData name="cgfa6170" userId="46cde8c4-1d5f-444e-a8bb-106eec3feaad" providerId="ADAL" clId="{A536451E-CB62-466F-86FB-D0FAE876C875}" dt="2025-11-20T04:32:59.724" v="1134" actId="1035"/>
          <ac:picMkLst>
            <pc:docMk/>
            <pc:sldMk cId="1102116655" sldId="2066"/>
            <ac:picMk id="8" creationId="{9658837E-E90A-20DC-10E7-A10E1E0462C2}"/>
          </ac:picMkLst>
        </pc:picChg>
        <pc:picChg chg="add mod ord modCrop">
          <ac:chgData name="cgfa6170" userId="46cde8c4-1d5f-444e-a8bb-106eec3feaad" providerId="ADAL" clId="{A536451E-CB62-466F-86FB-D0FAE876C875}" dt="2025-11-20T04:33:15.648" v="1136" actId="732"/>
          <ac:picMkLst>
            <pc:docMk/>
            <pc:sldMk cId="1102116655" sldId="2066"/>
            <ac:picMk id="9" creationId="{F150101B-C308-063D-DC6C-81A8B2FF9DDD}"/>
          </ac:picMkLst>
        </pc:picChg>
      </pc:sldChg>
      <pc:sldChg chg="addSp delSp modSp add mod">
        <pc:chgData name="cgfa6170" userId="46cde8c4-1d5f-444e-a8bb-106eec3feaad" providerId="ADAL" clId="{A536451E-CB62-466F-86FB-D0FAE876C875}" dt="2025-11-20T04:38:37.226" v="1437" actId="1076"/>
        <pc:sldMkLst>
          <pc:docMk/>
          <pc:sldMk cId="2108349388" sldId="2067"/>
        </pc:sldMkLst>
        <pc:spChg chg="mod">
          <ac:chgData name="cgfa6170" userId="46cde8c4-1d5f-444e-a8bb-106eec3feaad" providerId="ADAL" clId="{A536451E-CB62-466F-86FB-D0FAE876C875}" dt="2025-11-20T04:35:09.803" v="1199" actId="20577"/>
          <ac:spMkLst>
            <pc:docMk/>
            <pc:sldMk cId="2108349388" sldId="2067"/>
            <ac:spMk id="6" creationId="{8F99F45E-6E11-42BE-BE28-1DC6881DC7CE}"/>
          </ac:spMkLst>
        </pc:spChg>
        <pc:spChg chg="mod">
          <ac:chgData name="cgfa6170" userId="46cde8c4-1d5f-444e-a8bb-106eec3feaad" providerId="ADAL" clId="{A536451E-CB62-466F-86FB-D0FAE876C875}" dt="2025-11-20T04:35:59.975" v="1222" actId="5793"/>
          <ac:spMkLst>
            <pc:docMk/>
            <pc:sldMk cId="2108349388" sldId="2067"/>
            <ac:spMk id="7" creationId="{2B8E83CA-CFAE-4900-9BEE-979834A48AFD}"/>
          </ac:spMkLst>
        </pc:spChg>
        <pc:spChg chg="add mod">
          <ac:chgData name="cgfa6170" userId="46cde8c4-1d5f-444e-a8bb-106eec3feaad" providerId="ADAL" clId="{A536451E-CB62-466F-86FB-D0FAE876C875}" dt="2025-11-20T04:38:07.363" v="1403" actId="14100"/>
          <ac:spMkLst>
            <pc:docMk/>
            <pc:sldMk cId="2108349388" sldId="2067"/>
            <ac:spMk id="12" creationId="{C17F2FF7-E739-EF1E-77C3-FC44B6BDE709}"/>
          </ac:spMkLst>
        </pc:spChg>
        <pc:picChg chg="add mod">
          <ac:chgData name="cgfa6170" userId="46cde8c4-1d5f-444e-a8bb-106eec3feaad" providerId="ADAL" clId="{A536451E-CB62-466F-86FB-D0FAE876C875}" dt="2025-11-20T04:36:44.873" v="1375" actId="1076"/>
          <ac:picMkLst>
            <pc:docMk/>
            <pc:sldMk cId="2108349388" sldId="2067"/>
            <ac:picMk id="3" creationId="{31DEE4C0-3EE2-FC68-98FA-3B9B596C2812}"/>
          </ac:picMkLst>
        </pc:picChg>
        <pc:picChg chg="add mod">
          <ac:chgData name="cgfa6170" userId="46cde8c4-1d5f-444e-a8bb-106eec3feaad" providerId="ADAL" clId="{A536451E-CB62-466F-86FB-D0FAE876C875}" dt="2025-11-20T04:36:46.696" v="1376" actId="1076"/>
          <ac:picMkLst>
            <pc:docMk/>
            <pc:sldMk cId="2108349388" sldId="2067"/>
            <ac:picMk id="5" creationId="{DF2921C8-07BE-9913-A60F-2728BD79B847}"/>
          </ac:picMkLst>
        </pc:picChg>
        <pc:picChg chg="add del">
          <ac:chgData name="cgfa6170" userId="46cde8c4-1d5f-444e-a8bb-106eec3feaad" providerId="ADAL" clId="{A536451E-CB62-466F-86FB-D0FAE876C875}" dt="2025-11-20T04:37:19.141" v="1378" actId="22"/>
          <ac:picMkLst>
            <pc:docMk/>
            <pc:sldMk cId="2108349388" sldId="2067"/>
            <ac:picMk id="9" creationId="{2234E71C-B48E-CD87-E98A-BB3DA6E0119B}"/>
          </ac:picMkLst>
        </pc:picChg>
        <pc:picChg chg="add mod">
          <ac:chgData name="cgfa6170" userId="46cde8c4-1d5f-444e-a8bb-106eec3feaad" providerId="ADAL" clId="{A536451E-CB62-466F-86FB-D0FAE876C875}" dt="2025-11-20T04:37:55.702" v="1400" actId="1076"/>
          <ac:picMkLst>
            <pc:docMk/>
            <pc:sldMk cId="2108349388" sldId="2067"/>
            <ac:picMk id="10" creationId="{C9946C65-C8D2-B25F-FD54-D7D8655D4407}"/>
          </ac:picMkLst>
        </pc:picChg>
        <pc:picChg chg="add mod modCrop">
          <ac:chgData name="cgfa6170" userId="46cde8c4-1d5f-444e-a8bb-106eec3feaad" providerId="ADAL" clId="{A536451E-CB62-466F-86FB-D0FAE876C875}" dt="2025-11-20T04:38:37.226" v="1437" actId="1076"/>
          <ac:picMkLst>
            <pc:docMk/>
            <pc:sldMk cId="2108349388" sldId="2067"/>
            <ac:picMk id="11" creationId="{9481681C-363A-EBA9-1BE4-22B77A57C8D5}"/>
          </ac:picMkLst>
        </pc:picChg>
      </pc:sldChg>
      <pc:sldChg chg="addSp delSp modSp add mod">
        <pc:chgData name="cgfa6170" userId="46cde8c4-1d5f-444e-a8bb-106eec3feaad" providerId="ADAL" clId="{A536451E-CB62-466F-86FB-D0FAE876C875}" dt="2025-11-20T04:48:44.023" v="1643"/>
        <pc:sldMkLst>
          <pc:docMk/>
          <pc:sldMk cId="607319659" sldId="2068"/>
        </pc:sldMkLst>
        <pc:spChg chg="add mod">
          <ac:chgData name="cgfa6170" userId="46cde8c4-1d5f-444e-a8bb-106eec3feaad" providerId="ADAL" clId="{A536451E-CB62-466F-86FB-D0FAE876C875}" dt="2025-11-20T04:47:19.965" v="1640" actId="1076"/>
          <ac:spMkLst>
            <pc:docMk/>
            <pc:sldMk cId="607319659" sldId="2068"/>
            <ac:spMk id="5" creationId="{8FF13DAD-7BDE-298E-A7D6-7BA3BBD7F799}"/>
          </ac:spMkLst>
        </pc:spChg>
        <pc:spChg chg="mod">
          <ac:chgData name="cgfa6170" userId="46cde8c4-1d5f-444e-a8bb-106eec3feaad" providerId="ADAL" clId="{A536451E-CB62-466F-86FB-D0FAE876C875}" dt="2025-11-20T04:39:02.549" v="1456" actId="20577"/>
          <ac:spMkLst>
            <pc:docMk/>
            <pc:sldMk cId="607319659" sldId="2068"/>
            <ac:spMk id="6" creationId="{F3D77C4F-49E1-BAA2-9600-3E50901588A6}"/>
          </ac:spMkLst>
        </pc:spChg>
        <pc:spChg chg="mod">
          <ac:chgData name="cgfa6170" userId="46cde8c4-1d5f-444e-a8bb-106eec3feaad" providerId="ADAL" clId="{A536451E-CB62-466F-86FB-D0FAE876C875}" dt="2025-11-20T04:39:38.819" v="1524" actId="20577"/>
          <ac:spMkLst>
            <pc:docMk/>
            <pc:sldMk cId="607319659" sldId="2068"/>
            <ac:spMk id="7" creationId="{1C550226-D6A0-25CA-17F7-04251EE33263}"/>
          </ac:spMkLst>
        </pc:spChg>
        <pc:spChg chg="add del mod">
          <ac:chgData name="cgfa6170" userId="46cde8c4-1d5f-444e-a8bb-106eec3feaad" providerId="ADAL" clId="{A536451E-CB62-466F-86FB-D0FAE876C875}" dt="2025-11-20T04:47:23.435" v="1641" actId="478"/>
          <ac:spMkLst>
            <pc:docMk/>
            <pc:sldMk cId="607319659" sldId="2068"/>
            <ac:spMk id="8" creationId="{30A7AAF0-1DAE-2ECF-789D-C79C9590B9DE}"/>
          </ac:spMkLst>
        </pc:spChg>
        <pc:spChg chg="add mod">
          <ac:chgData name="cgfa6170" userId="46cde8c4-1d5f-444e-a8bb-106eec3feaad" providerId="ADAL" clId="{A536451E-CB62-466F-86FB-D0FAE876C875}" dt="2025-11-20T04:48:44.023" v="1643"/>
          <ac:spMkLst>
            <pc:docMk/>
            <pc:sldMk cId="607319659" sldId="2068"/>
            <ac:spMk id="9" creationId="{879E7636-B570-2BC5-2919-FBF042D1F5D0}"/>
          </ac:spMkLst>
        </pc:spChg>
        <pc:picChg chg="add mod">
          <ac:chgData name="cgfa6170" userId="46cde8c4-1d5f-444e-a8bb-106eec3feaad" providerId="ADAL" clId="{A536451E-CB62-466F-86FB-D0FAE876C875}" dt="2025-11-20T04:42:50.676" v="1618" actId="1076"/>
          <ac:picMkLst>
            <pc:docMk/>
            <pc:sldMk cId="607319659" sldId="2068"/>
            <ac:picMk id="3" creationId="{3C4E35C0-8740-981E-270A-8DF697A98FE6}"/>
          </ac:picMkLst>
        </pc:picChg>
        <pc:picChg chg="add mod">
          <ac:chgData name="cgfa6170" userId="46cde8c4-1d5f-444e-a8bb-106eec3feaad" providerId="ADAL" clId="{A536451E-CB62-466F-86FB-D0FAE876C875}" dt="2025-11-20T04:47:26.650" v="1642" actId="1076"/>
          <ac:picMkLst>
            <pc:docMk/>
            <pc:sldMk cId="607319659" sldId="2068"/>
            <ac:picMk id="4" creationId="{07D9C3A5-4D9C-D3F8-105D-5D0BCB5B7B77}"/>
          </ac:picMkLst>
        </pc:picChg>
      </pc:sldChg>
      <pc:sldChg chg="add">
        <pc:chgData name="cgfa6170" userId="46cde8c4-1d5f-444e-a8bb-106eec3feaad" providerId="ADAL" clId="{A536451E-CB62-466F-86FB-D0FAE876C875}" dt="2025-11-20T04:39:41.962" v="1525"/>
        <pc:sldMkLst>
          <pc:docMk/>
          <pc:sldMk cId="27564020" sldId="20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1D8F4-ABCC-4633-A040-5E998BB1C83A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91E8A-B032-483C-9BED-C8E7057BC5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325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74-D70D-448B-9A15-5674C1B95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380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上側に遷移してる→インフレーションの実装に問題ある？、まずは</a:t>
            </a:r>
            <a:r>
              <a:rPr kumimoji="1" lang="en-US" altLang="ja-JP" dirty="0"/>
              <a:t>LETKF</a:t>
            </a:r>
            <a:r>
              <a:rPr kumimoji="1" lang="ja-JP" altLang="en-US" dirty="0"/>
              <a:t>やろう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1E8A-B032-483C-9BED-C8E7057BC5B4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4977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最適値は良さそう→全体の実装ではなくパラメータ設定が違う？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1E8A-B032-483C-9BED-C8E7057BC5B4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839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0FD52A-BCF8-BE8B-495A-BD3C964B5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079C172-FD1F-6071-AC09-CBA73AC4F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A9D4F0-4859-D004-8ECC-29D490D5B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85A3FD-1492-2624-B77B-3B6260AA1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C4F8EC-8A10-7FD8-0B5A-BCA7D38C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445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C0480-1669-AC79-EAC7-299FF765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F2C9DC-6320-20DF-856D-42F3AF162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D5F671-3744-5DB6-9E02-D1C786309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50F2A0-0312-B295-BD30-F5F9748D2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523DA4-9A2B-E645-2F3F-AB8AB8D9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70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42363-5275-4FF0-049B-7AA1630D6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8E6677-7729-0C9B-4EDD-8DD65069E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FD2EEA-0854-9FB6-4693-DCBB97B83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5C3663-DA65-5B55-8E9D-C928E29D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F52035-0932-90D5-2E1B-CA3F3322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6391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B5F3F6-302E-4316-9163-21C9E900E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77AB3A-0DD1-AEBC-B857-73F134E17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D8E89A-F53B-EF8D-6AEE-24BFF0B4C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4D9DEE-74B5-7525-2374-41ECB8941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D2236D-B41E-1153-EDB6-D33AFD4A1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A3EE19-9312-9476-8903-EE40B19D2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88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A391C9-0CA9-74CC-2929-10D72A90E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FF052E-4A03-AC09-C61F-1A2690473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83E424-CD9F-9D54-EAD6-7153D5660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7A54D9-0111-8493-E1F6-83848EA59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4D14657-7147-C34E-B09C-2982C8AD0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0DF4E46-4C57-ABEA-E1EC-606D1962E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09721E1-5D96-90AA-69E7-088459C2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1B283AE-D04C-117D-DC4B-42333CEC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413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6D57F3-7758-CADD-DD64-8BF82467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C7A6FB-DE93-AD04-AE44-8DE590BD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AACF623-1A09-E3C8-3678-874479B7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8AC52C3-F0AF-BF1A-E6EF-3DE30210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884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DB12E75-D595-3B00-27F2-F9A44571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571E084-8E66-F63A-F634-2ADE15E7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DF92DE-F7AE-326A-002A-343920CA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1606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B32B1F-4B88-651F-1A7F-0CCDED918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6A36AC-7F51-39DC-78C3-1A02249F0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AA1E9E-0F3F-67CD-1B23-64E176853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3780A8-789F-94D6-A534-1336E1AC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02B36F-9EDC-5B29-A0D1-873B2E6EE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B8D5E0-E2CC-B873-08C5-1C97B83C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970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4F4A23-E8A4-D55B-F52B-2A8F83149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FDE03E6-6983-E85D-676D-33BB008ED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E6BC9F-9E22-2F66-2D24-AC8650232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F18A8E-EB59-4F86-8FFB-89CD1563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7963C9-85D4-83FC-5861-94EA9EB8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48C846-3A94-50B8-4E3C-360A4932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73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08D309-A086-B1C7-2105-C96B05F4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D2C63D6-428C-4F6D-6B61-8E07237FE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AEE994-589C-C080-2DC0-4385E8FD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1B74AE-E241-25E3-288F-23146AD2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F7FE99-E222-5FF2-F93B-80E76C34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61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51740A1-7F84-7C48-B4DD-1BD1A4F7E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24FF5C-EF61-DF31-5A6B-E88541E6B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19BD28-83B5-1AD6-3CC6-23153CA3F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96DF56-FBD9-0CE4-E759-643A91221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3DDEBE-A2C4-417D-030F-6DDD0287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0897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pt_04.jpg">
            <a:extLst>
              <a:ext uri="{FF2B5EF4-FFF2-40B4-BE49-F238E27FC236}">
                <a16:creationId xmlns:a16="http://schemas.microsoft.com/office/drawing/2014/main" id="{3364F071-DE65-4273-91FA-DD21E91E2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黒">
            <a:extLst>
              <a:ext uri="{FF2B5EF4-FFF2-40B4-BE49-F238E27FC236}">
                <a16:creationId xmlns:a16="http://schemas.microsoft.com/office/drawing/2014/main" id="{06EF6DD9-5408-4669-8953-6DEA73AD42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C3756405-64EA-43DC-8D5D-43AC388E3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200" y="2765869"/>
            <a:ext cx="10677600" cy="2386800"/>
          </a:xfrm>
        </p:spPr>
        <p:txBody>
          <a:bodyPr lIns="0" tIns="0" rIns="0" bIns="0" anchor="t">
            <a:normAutofit/>
          </a:bodyPr>
          <a:lstStyle>
            <a:lvl1pPr algn="l">
              <a:defRPr sz="5200" b="1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276482B5-2179-4922-ACB9-185DE18F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200" y="5309914"/>
            <a:ext cx="10677563" cy="4680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1C44F3EB-BC3F-4425-8C93-BC899B04B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7200" y="6420774"/>
            <a:ext cx="10677600" cy="360000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日付・会場など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165D397D-3B41-4AF7-95EB-6C3983EF6E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7200" y="5800193"/>
            <a:ext cx="10677600" cy="36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kumimoji="1" lang="ja-JP" altLang="en-US"/>
              <a:t>所属</a:t>
            </a:r>
          </a:p>
        </p:txBody>
      </p:sp>
    </p:spTree>
    <p:extLst>
      <p:ext uri="{BB962C8B-B14F-4D97-AF65-F5344CB8AC3E}">
        <p14:creationId xmlns:p14="http://schemas.microsoft.com/office/powerpoint/2010/main" val="1098863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E5F1B5A-F194-4C25-ADCC-C9851CDE401F}"/>
              </a:ext>
            </a:extLst>
          </p:cNvPr>
          <p:cNvSpPr/>
          <p:nvPr/>
        </p:nvSpPr>
        <p:spPr>
          <a:xfrm>
            <a:off x="-1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D6139CD-2273-4AFD-A61C-42970AC41B43}"/>
              </a:ext>
            </a:extLst>
          </p:cNvPr>
          <p:cNvCxnSpPr>
            <a:cxnSpLocks/>
          </p:cNvCxnSpPr>
          <p:nvPr/>
        </p:nvCxnSpPr>
        <p:spPr>
          <a:xfrm>
            <a:off x="143999" y="828000"/>
            <a:ext cx="11928001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292EC8F-97B9-4838-A1D0-72C6F9B7D7DD}"/>
              </a:ext>
            </a:extLst>
          </p:cNvPr>
          <p:cNvCxnSpPr>
            <a:cxnSpLocks/>
          </p:cNvCxnSpPr>
          <p:nvPr/>
        </p:nvCxnSpPr>
        <p:spPr>
          <a:xfrm>
            <a:off x="0" y="828000"/>
            <a:ext cx="144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68E39387-4B0F-4890-A36C-50768E77C88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984" y="-63833"/>
            <a:ext cx="1548000" cy="997369"/>
          </a:xfrm>
          <a:prstGeom prst="rect">
            <a:avLst/>
          </a:prstGeom>
        </p:spPr>
      </p:pic>
      <p:sp>
        <p:nvSpPr>
          <p:cNvPr id="12" name="タイトル 11">
            <a:extLst>
              <a:ext uri="{FF2B5EF4-FFF2-40B4-BE49-F238E27FC236}">
                <a16:creationId xmlns:a16="http://schemas.microsoft.com/office/drawing/2014/main" id="{9C135227-6D9F-43A2-9359-62BE582A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44" y="215662"/>
            <a:ext cx="10731600" cy="648000"/>
          </a:xfrm>
        </p:spPr>
        <p:txBody>
          <a:bodyPr>
            <a:normAutofit/>
          </a:bodyPr>
          <a:lstStyle>
            <a:lvl1pPr>
              <a:defRPr sz="3200" b="1" baseline="0"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8BDBBF7-5AF0-484C-8F5D-2E63514725B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1086209"/>
            <a:ext cx="11483999" cy="5554800"/>
          </a:xfrm>
        </p:spPr>
        <p:txBody>
          <a:bodyPr lIns="0" tIns="0" rIns="0" bIns="0"/>
          <a:lstStyle>
            <a:lvl1pPr marL="457200" indent="-288000">
              <a:lnSpc>
                <a:spcPct val="100000"/>
              </a:lnSpc>
              <a:spcBef>
                <a:spcPts val="1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8001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2pPr>
            <a:lvl3pPr marL="12573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3pPr>
            <a:lvl4pPr marL="16573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4pPr>
            <a:lvl5pPr marL="21145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37783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B405287-18F0-3443-2D0A-D96FD9640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8D848D-2F9F-B02D-20DE-4C24351BB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78F07D-12BF-F1EA-A8BA-AF1021D29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F746E-0E46-4766-8C56-9CC0C53F13BC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3ED04C-9245-EDE7-DB96-7B1A5E865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96856C-5A33-C073-FD99-56CF1EFD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2032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gif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801E7-1C75-4533-8F2E-E1D0D7057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地球観測社会システム</a:t>
            </a:r>
            <a:br>
              <a:rPr lang="en-US" altLang="ja-JP" dirty="0"/>
            </a:br>
            <a:r>
              <a:rPr lang="ja-JP" altLang="en-US" dirty="0"/>
              <a:t>第</a:t>
            </a:r>
            <a:r>
              <a:rPr lang="en-US" altLang="ja-JP" dirty="0"/>
              <a:t>6</a:t>
            </a:r>
            <a:r>
              <a:rPr lang="ja-JP" altLang="en-US" dirty="0"/>
              <a:t>回経過報告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DAE8FC-4B19-40DC-8D83-16DD22904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宮澤健人</a:t>
            </a:r>
          </a:p>
          <a:p>
            <a:endParaRPr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1BD750-A000-43E0-95F7-FD10619C9F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TW" altLang="en-US" dirty="0"/>
              <a:t>千葉大学</a:t>
            </a:r>
            <a:r>
              <a:rPr lang="ja-JP" altLang="en-US" dirty="0"/>
              <a:t>大学院　融合理工学府　リモートセンシングコース</a:t>
            </a:r>
            <a:r>
              <a:rPr lang="en-US" altLang="ja-JP" dirty="0"/>
              <a:t>1</a:t>
            </a:r>
            <a:r>
              <a:rPr lang="ja-JP" altLang="en-US" dirty="0"/>
              <a:t>年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72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A7188-4858-709A-553A-FF9B7D7CE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Basic Task 5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9601060-B8A5-F219-0965-B6E2C57EA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27" y="1176151"/>
            <a:ext cx="8696864" cy="250391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99F893E-90A7-067A-7EEA-FA2102A8C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82" y="3707583"/>
            <a:ext cx="8935218" cy="2873953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8BF33B7-E6DB-F9C3-CE7D-CDB6179A1E91}"/>
              </a:ext>
            </a:extLst>
          </p:cNvPr>
          <p:cNvSpPr/>
          <p:nvPr/>
        </p:nvSpPr>
        <p:spPr>
          <a:xfrm>
            <a:off x="8045663" y="1522052"/>
            <a:ext cx="847725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21E042-CD5C-5E96-756D-0A807C9A68C3}"/>
              </a:ext>
            </a:extLst>
          </p:cNvPr>
          <p:cNvSpPr/>
          <p:nvPr/>
        </p:nvSpPr>
        <p:spPr>
          <a:xfrm>
            <a:off x="9005485" y="1147757"/>
            <a:ext cx="1379199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F07C9E6-6C86-0EA7-DD75-C54DCD49EA1C}"/>
              </a:ext>
            </a:extLst>
          </p:cNvPr>
          <p:cNvSpPr/>
          <p:nvPr/>
        </p:nvSpPr>
        <p:spPr>
          <a:xfrm>
            <a:off x="8893388" y="3707583"/>
            <a:ext cx="1336462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8C6C405-7D7A-0532-47B0-DCECD78CB098}"/>
              </a:ext>
            </a:extLst>
          </p:cNvPr>
          <p:cNvSpPr/>
          <p:nvPr/>
        </p:nvSpPr>
        <p:spPr>
          <a:xfrm>
            <a:off x="7878573" y="4076915"/>
            <a:ext cx="855852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8A738F-ED26-4629-9EDF-980E0EE116A4}"/>
              </a:ext>
            </a:extLst>
          </p:cNvPr>
          <p:cNvSpPr txBox="1"/>
          <p:nvPr/>
        </p:nvSpPr>
        <p:spPr>
          <a:xfrm>
            <a:off x="8233628" y="850138"/>
            <a:ext cx="338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※</a:t>
            </a:r>
            <a:r>
              <a:rPr kumimoji="1" lang="ja-JP" altLang="en-US" dirty="0">
                <a:solidFill>
                  <a:srgbClr val="FF0000"/>
                </a:solidFill>
              </a:rPr>
              <a:t>カルマンゲイン局所化も実装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CCE714D-6848-42F9-A014-85BCCB88536A}"/>
              </a:ext>
            </a:extLst>
          </p:cNvPr>
          <p:cNvSpPr txBox="1"/>
          <p:nvPr/>
        </p:nvSpPr>
        <p:spPr>
          <a:xfrm>
            <a:off x="9204423" y="3338251"/>
            <a:ext cx="24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※</a:t>
            </a:r>
            <a:r>
              <a:rPr lang="en-US" altLang="ja-JP" dirty="0">
                <a:solidFill>
                  <a:srgbClr val="FF0000"/>
                </a:solidFill>
              </a:rPr>
              <a:t>with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K Localization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656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局所化した</a:t>
            </a:r>
            <a:r>
              <a:rPr lang="en-US" altLang="ja-JP" dirty="0"/>
              <a:t>PO</a:t>
            </a:r>
            <a:r>
              <a:rPr lang="ja-JP" altLang="en-US" dirty="0"/>
              <a:t>法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F57BABA5-C5A6-4085-ACEE-F2662FEA8A05}"/>
                  </a:ext>
                </a:extLst>
              </p:cNvPr>
              <p:cNvSpPr txBox="1"/>
              <p:nvPr/>
            </p:nvSpPr>
            <p:spPr bwMode="auto">
              <a:xfrm>
                <a:off x="1061966" y="949256"/>
                <a:ext cx="2926081" cy="66899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32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p>
                          <m:r>
                            <a:rPr lang="en-US" altLang="ja-JP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lang="ja-JP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ja-JP" sz="32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𝐋</m:t>
                      </m:r>
                      <m:r>
                        <a:rPr lang="ja-JP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sSup>
                        <m:sSupPr>
                          <m:ctrlPr>
                            <a:rPr lang="en-US" altLang="ja-JP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32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p>
                          <m:r>
                            <a:rPr lang="en-US" altLang="ja-JP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ja-JP" altLang="en-US" sz="3200" dirty="0"/>
              </a:p>
            </p:txBody>
          </p:sp>
        </mc:Choice>
        <mc:Fallback xmlns="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F57BABA5-C5A6-4085-ACEE-F2662FEA8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1966" y="949256"/>
                <a:ext cx="2926081" cy="668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3C0AF22A-F80B-402E-8969-E844C5E522A8}"/>
              </a:ext>
            </a:extLst>
          </p:cNvPr>
          <p:cNvGrpSpPr/>
          <p:nvPr/>
        </p:nvGrpSpPr>
        <p:grpSpPr>
          <a:xfrm>
            <a:off x="5057916" y="878740"/>
            <a:ext cx="6907842" cy="2099567"/>
            <a:chOff x="1794409" y="1084081"/>
            <a:chExt cx="8555689" cy="23203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23C91B07-9389-417E-8B8F-EE5DF001A9A4}"/>
                    </a:ext>
                  </a:extLst>
                </p:cNvPr>
                <p:cNvSpPr txBox="1"/>
                <p:nvPr/>
              </p:nvSpPr>
              <p:spPr>
                <a:xfrm>
                  <a:off x="2175543" y="1791813"/>
                  <a:ext cx="1663047" cy="6422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10/3</m:t>
                                </m:r>
                              </m:e>
                            </m:ra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</m:oMath>
                    </m:oMathPara>
                  </a14:m>
                  <a:endParaRPr lang="en-US" altLang="ja-JP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23C91B07-9389-417E-8B8F-EE5DF001A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5543" y="1791813"/>
                  <a:ext cx="1663047" cy="642227"/>
                </a:xfrm>
                <a:prstGeom prst="rect">
                  <a:avLst/>
                </a:prstGeom>
                <a:blipFill>
                  <a:blip r:embed="rId3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85C615F1-0DB7-4329-97A3-178C9068D52A}"/>
                    </a:ext>
                  </a:extLst>
                </p:cNvPr>
                <p:cNvSpPr txBox="1"/>
                <p:nvPr/>
              </p:nvSpPr>
              <p:spPr>
                <a:xfrm>
                  <a:off x="4607302" y="1084081"/>
                  <a:ext cx="5742796" cy="176670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1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  <m:r>
                                    <m:rPr>
                                      <m:brk m:alnAt="7"/>
                                    </m:r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  <m:r>
                                    <m:rPr>
                                      <m:brk m:alnAt="7"/>
                                    </m:r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m:rPr>
                                      <m:brk m:alnAt="7"/>
                                    </m:rP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≤1)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f>
                                        <m:f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den>
                                      </m:f>
                                      <m:sSup>
                                        <m:sSup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p>
                                      </m:sSup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sSup>
                                        <m:sSup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p>
                                      </m:sSup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num>
                                        <m:den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den>
                                      </m:f>
                                      <m:sSup>
                                        <m:sSup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num>
                                        <m:den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  <m:sSup>
                                        <m:sSup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e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altLang="ja-JP" sz="1600" i="1">
                                          <a:latin typeface="Cambria Math" panose="02040503050406030204" pitchFamily="18" charset="0"/>
                                        </a:rPr>
                                        <m:t>+4−</m:t>
                                      </m:r>
                                      <m:f>
                                        <m:f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  <m:sSup>
                                        <m:sSupPr>
                                          <m:ctrlP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altLang="ja-JP" sz="16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e>
                                  </m:eqArr>
                                </m:e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(1&lt;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≤2)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(2&lt;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ja-JP" sz="16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altLang="ja-JP" sz="2100" dirty="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85C615F1-0DB7-4329-97A3-178C9068D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7302" y="1084081"/>
                  <a:ext cx="5742796" cy="1766702"/>
                </a:xfrm>
                <a:prstGeom prst="rect">
                  <a:avLst/>
                </a:prstGeom>
                <a:blipFill>
                  <a:blip r:embed="rId4"/>
                  <a:stretch>
                    <a:fillRect b="-992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BE9E188E-13D7-4C2E-911B-F2DC31A2A793}"/>
                    </a:ext>
                  </a:extLst>
                </p:cNvPr>
                <p:cNvSpPr txBox="1"/>
                <p:nvPr/>
              </p:nvSpPr>
              <p:spPr>
                <a:xfrm>
                  <a:off x="2044724" y="2744518"/>
                  <a:ext cx="333808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US" altLang="ja-JP" sz="1600" dirty="0"/>
                    <a:t>: distance b/w grids</a:t>
                  </a:r>
                </a:p>
                <a:p>
                  <a14:m>
                    <m:oMath xmlns:m="http://schemas.openxmlformats.org/officeDocument/2006/math"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𝜎</m:t>
                      </m:r>
                    </m:oMath>
                  </a14:m>
                  <a:r>
                    <a:rPr lang="en-US" altLang="ja-JP" sz="1600" dirty="0"/>
                    <a:t>: localization length scale</a:t>
                  </a:r>
                  <a:endParaRPr lang="ja-JP" altLang="en-US" sz="1600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BE9E188E-13D7-4C2E-911B-F2DC31A2A7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4724" y="2744518"/>
                  <a:ext cx="3338084" cy="584775"/>
                </a:xfrm>
                <a:prstGeom prst="rect">
                  <a:avLst/>
                </a:prstGeom>
                <a:blipFill>
                  <a:blip r:embed="rId5"/>
                  <a:stretch>
                    <a:fillRect t="-3488" b="-2558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DEADB4CE-1178-411E-A30D-AE8975C20064}"/>
                </a:ext>
              </a:extLst>
            </p:cNvPr>
            <p:cNvSpPr txBox="1"/>
            <p:nvPr/>
          </p:nvSpPr>
          <p:spPr>
            <a:xfrm>
              <a:off x="1794409" y="1125259"/>
              <a:ext cx="2913806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b="1" dirty="0" err="1"/>
                <a:t>Gaspari</a:t>
              </a:r>
              <a:r>
                <a:rPr lang="en-US" altLang="ja-JP" sz="1400" b="1" dirty="0"/>
                <a:t> Cohn Function</a:t>
              </a:r>
              <a:endParaRPr lang="ja-JP" altLang="en-US" sz="1400" b="1" dirty="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7448FF85-5735-4752-BBEB-F3D05FC561E9}"/>
                </a:ext>
              </a:extLst>
            </p:cNvPr>
            <p:cNvSpPr txBox="1"/>
            <p:nvPr/>
          </p:nvSpPr>
          <p:spPr>
            <a:xfrm>
              <a:off x="6360757" y="3030240"/>
              <a:ext cx="3155189" cy="3741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 dirty="0" err="1"/>
                <a:t>Gaspari</a:t>
              </a:r>
              <a:r>
                <a:rPr lang="en-US" altLang="ja-JP" sz="1600" dirty="0"/>
                <a:t> and Cohn (1999)</a:t>
              </a:r>
              <a:endParaRPr lang="ja-JP" altLang="en-US" sz="1600" dirty="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A1B92B3F-D984-4AB6-8854-D645479EB393}"/>
                </a:ext>
              </a:extLst>
            </p:cNvPr>
            <p:cNvSpPr txBox="1"/>
            <p:nvPr/>
          </p:nvSpPr>
          <p:spPr>
            <a:xfrm>
              <a:off x="3235819" y="2386172"/>
              <a:ext cx="15610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i="1" dirty="0">
                  <a:solidFill>
                    <a:srgbClr val="FF0000"/>
                  </a:solidFill>
                </a:rPr>
                <a:t>tuning parameter</a:t>
              </a:r>
              <a:endParaRPr lang="ja-JP" altLang="en-US" sz="1400" i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EAF12D5-AC91-4B8F-BDDB-21B1C897478C}"/>
                  </a:ext>
                </a:extLst>
              </p:cNvPr>
              <p:cNvSpPr txBox="1"/>
              <p:nvPr/>
            </p:nvSpPr>
            <p:spPr>
              <a:xfrm>
                <a:off x="333602" y="1630247"/>
                <a:ext cx="4773986" cy="499880"/>
              </a:xfrm>
              <a:prstGeom prst="rect">
                <a:avLst/>
              </a:prstGeom>
              <a:noFill/>
              <a:ln w="38100">
                <a:solidFill>
                  <a:srgbClr val="DE0012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ja-JP" altLang="en-US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ja-JP" altLang="en-US" sz="20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  <m:sub>
                          <m:r>
                            <a:rPr kumimoji="0" lang="ja-JP" altLang="en-US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altLang="ja-JP" sz="2000" b="1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ja-JP" sz="2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𝐋</m:t>
                      </m:r>
                      <m:r>
                        <a:rPr kumimoji="0" lang="en-US" altLang="ja-JP" sz="2000" b="1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sSubSup>
                        <m:sSubSupPr>
                          <m:ctrlPr>
                            <a:rPr kumimoji="0" lang="en-US" altLang="ja-JP" sz="20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en-US" altLang="ja-JP" sz="20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r>
                            <a:rPr kumimoji="0" lang="en-US" altLang="ja-JP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0" lang="en-US" altLang="ja-JP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sSup>
                        <m:sSupPr>
                          <m:ctrlPr>
                            <a:rPr kumimoji="0" lang="en-US" altLang="ja-JP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altLang="ja-JP" sz="20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kumimoji="0" lang="en-US" altLang="ja-JP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333333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0" lang="en-US" altLang="ja-JP" sz="2000" b="1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333333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</m:e>
                            <m:sub>
                              <m:r>
                                <a:rPr kumimoji="0" lang="en-US" altLang="ja-JP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333333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0" lang="en-US" altLang="ja-JP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333333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bSup>
                          <m:r>
                            <a:rPr kumimoji="0" lang="en-US" altLang="ja-JP" sz="2000" b="1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0" lang="en-US" altLang="ja-JP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kumimoji="0" lang="en-US" altLang="ja-JP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altLang="ja-JP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333333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ja-JP" sz="2000" b="1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  <m:r>
                                <a:rPr kumimoji="0" lang="en-US" altLang="ja-JP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en-US" altLang="ja-JP" sz="20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333333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0" lang="en-US" altLang="ja-JP" sz="2000" b="1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0" lang="en-US" altLang="ja-JP" sz="2000" b="1" i="0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𝐘</m:t>
                                      </m:r>
                                    </m:e>
                                    <m:sub>
                                      <m:r>
                                        <a:rPr kumimoji="0" lang="en-US" altLang="ja-JP" sz="2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kumimoji="0" lang="en-US" altLang="ja-JP" sz="2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kumimoji="0" lang="en-US" altLang="ja-JP" sz="2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ja-JP" sz="2000" b="1" i="0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Sup>
                                        <m:sSubSupPr>
                                          <m:ctrlPr>
                                            <a:rPr kumimoji="0" lang="en-US" altLang="ja-JP" sz="2000" b="1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333333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kumimoji="0" lang="en-US" altLang="ja-JP" sz="2000" b="1" i="0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333333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𝐘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ja-JP" sz="20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333333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kumimoji="0" lang="en-US" altLang="ja-JP" sz="2000" b="0" i="1" u="none" strike="noStrike" kern="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333333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  <m:r>
                                        <a:rPr kumimoji="0" lang="en-US" altLang="ja-JP" sz="2000" b="1" i="0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kumimoji="0" lang="en-US" altLang="ja-JP" sz="2000" b="0" i="1" u="none" strike="noStrike" kern="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333333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kumimoji="0" lang="en-US" altLang="ja-JP" sz="2000" b="1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333333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0" lang="en-US" altLang="ja-JP" sz="2000" b="1" i="0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333333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</m:d>
                        </m:e>
                        <m:sup>
                          <m:r>
                            <a:rPr kumimoji="0" lang="en-US" altLang="ja-JP" sz="20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33333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0" lang="ja-JP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Segoe UI"/>
                  <a:ea typeface="メイリオ"/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EAF12D5-AC91-4B8F-BDDB-21B1C8974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02" y="1630247"/>
                <a:ext cx="4773986" cy="4998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DE0012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2F8359E-A2DF-4A3F-8DA8-65F3D0D886DE}"/>
              </a:ext>
            </a:extLst>
          </p:cNvPr>
          <p:cNvSpPr/>
          <p:nvPr/>
        </p:nvSpPr>
        <p:spPr>
          <a:xfrm>
            <a:off x="1409444" y="1762091"/>
            <a:ext cx="1052626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561EAC8-DE24-4939-A063-73AC9822C978}"/>
              </a:ext>
            </a:extLst>
          </p:cNvPr>
          <p:cNvSpPr/>
          <p:nvPr/>
        </p:nvSpPr>
        <p:spPr>
          <a:xfrm>
            <a:off x="2952197" y="1742306"/>
            <a:ext cx="1035850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5D55DEF-871A-471B-BA9E-0F1B3FE8096C}"/>
                  </a:ext>
                </a:extLst>
              </p:cNvPr>
              <p:cNvSpPr txBox="1"/>
              <p:nvPr/>
            </p:nvSpPr>
            <p:spPr>
              <a:xfrm>
                <a:off x="851795" y="2301473"/>
                <a:ext cx="3385026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※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塗りつぶしが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US" altLang="ja-JP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ja-JP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に対応する</m:t>
                    </m:r>
                  </m:oMath>
                </a14:m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5D55DEF-871A-471B-BA9E-0F1B3FE80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795" y="2301473"/>
                <a:ext cx="3385026" cy="374270"/>
              </a:xfrm>
              <a:prstGeom prst="rect">
                <a:avLst/>
              </a:prstGeom>
              <a:blipFill>
                <a:blip r:embed="rId7"/>
                <a:stretch>
                  <a:fillRect l="-1622" t="-6557" b="-278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図 21">
            <a:extLst>
              <a:ext uri="{FF2B5EF4-FFF2-40B4-BE49-F238E27FC236}">
                <a16:creationId xmlns:a16="http://schemas.microsoft.com/office/drawing/2014/main" id="{6CB35DEB-99A8-466F-80F2-E0354FCA2F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121" y="3488287"/>
            <a:ext cx="4382810" cy="2520000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B1B0985A-676C-4CC2-9570-BBEE44683B9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6285"/>
          <a:stretch/>
        </p:blipFill>
        <p:spPr>
          <a:xfrm>
            <a:off x="5084971" y="3404518"/>
            <a:ext cx="3191753" cy="1686876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595AC9CB-87F6-4F33-BF5F-77A4A587E78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6049"/>
          <a:stretch/>
        </p:blipFill>
        <p:spPr>
          <a:xfrm>
            <a:off x="8629721" y="3404517"/>
            <a:ext cx="3191753" cy="1691109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73A2547D-D2D4-4F6A-8688-6F461CC907E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6285"/>
          <a:stretch/>
        </p:blipFill>
        <p:spPr>
          <a:xfrm>
            <a:off x="5046311" y="5171122"/>
            <a:ext cx="3269072" cy="1686877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BF7E1DC5-A9EA-4C0C-BE77-0274284F8DF0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6049"/>
          <a:stretch/>
        </p:blipFill>
        <p:spPr>
          <a:xfrm>
            <a:off x="8591061" y="5156639"/>
            <a:ext cx="3269072" cy="1691110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0779BBF-6614-466C-9E01-6A0A7681CEDA}"/>
              </a:ext>
            </a:extLst>
          </p:cNvPr>
          <p:cNvSpPr txBox="1"/>
          <p:nvPr/>
        </p:nvSpPr>
        <p:spPr>
          <a:xfrm>
            <a:off x="886692" y="3327351"/>
            <a:ext cx="32766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局所化なし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(m=100)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2EAC526-5A5E-4B49-8DC6-4C6EE4CC6549}"/>
              </a:ext>
            </a:extLst>
          </p:cNvPr>
          <p:cNvSpPr txBox="1"/>
          <p:nvPr/>
        </p:nvSpPr>
        <p:spPr>
          <a:xfrm>
            <a:off x="6303433" y="2972771"/>
            <a:ext cx="45084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局所化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あり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(m=100, inflation=5.0%)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91EE165C-785E-4FED-8419-397A87E7E6F1}"/>
                  </a:ext>
                </a:extLst>
              </p:cNvPr>
              <p:cNvSpPr txBox="1"/>
              <p:nvPr/>
            </p:nvSpPr>
            <p:spPr>
              <a:xfrm>
                <a:off x="6221707" y="3292813"/>
                <a:ext cx="118880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en-US" altLang="ja-JP" sz="1200" dirty="0"/>
                  <a:t>=40</a:t>
                </a:r>
                <a:endParaRPr kumimoji="1" lang="ja-JP" altLang="en-US" sz="1200" dirty="0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91EE165C-785E-4FED-8419-397A87E7E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707" y="3292813"/>
                <a:ext cx="1188809" cy="276999"/>
              </a:xfrm>
              <a:prstGeom prst="rect">
                <a:avLst/>
              </a:prstGeom>
              <a:blipFill>
                <a:blip r:embed="rId1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164FB73-1027-44E1-A5C9-990F1369FB72}"/>
                  </a:ext>
                </a:extLst>
              </p:cNvPr>
              <p:cNvSpPr txBox="1"/>
              <p:nvPr/>
            </p:nvSpPr>
            <p:spPr>
              <a:xfrm>
                <a:off x="9773474" y="3264616"/>
                <a:ext cx="118880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en-US" altLang="ja-JP" sz="1200" dirty="0"/>
                  <a:t>=10</a:t>
                </a:r>
                <a:endParaRPr kumimoji="1" lang="ja-JP" altLang="en-US" sz="1200" dirty="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164FB73-1027-44E1-A5C9-990F1369F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474" y="3264616"/>
                <a:ext cx="1188809" cy="276999"/>
              </a:xfrm>
              <a:prstGeom prst="rect">
                <a:avLst/>
              </a:prstGeom>
              <a:blipFill>
                <a:blip r:embed="rId14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B88EAF11-05F2-4734-A59E-1CBE7E5E575D}"/>
                  </a:ext>
                </a:extLst>
              </p:cNvPr>
              <p:cNvSpPr txBox="1"/>
              <p:nvPr/>
            </p:nvSpPr>
            <p:spPr>
              <a:xfrm>
                <a:off x="6158915" y="5099737"/>
                <a:ext cx="118880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en-US" altLang="ja-JP" sz="1200" dirty="0"/>
                  <a:t>=3</a:t>
                </a:r>
                <a:endParaRPr kumimoji="1" lang="ja-JP" altLang="en-US" sz="12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B88EAF11-05F2-4734-A59E-1CBE7E5E5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915" y="5099737"/>
                <a:ext cx="1188809" cy="276999"/>
              </a:xfrm>
              <a:prstGeom prst="rect">
                <a:avLst/>
              </a:prstGeom>
              <a:blipFill>
                <a:blip r:embed="rId15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E337E15E-CC87-4C7E-ACB1-EA43302C9D07}"/>
                  </a:ext>
                </a:extLst>
              </p:cNvPr>
              <p:cNvSpPr txBox="1"/>
              <p:nvPr/>
            </p:nvSpPr>
            <p:spPr>
              <a:xfrm>
                <a:off x="9773473" y="5065346"/>
                <a:ext cx="118880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en-US" altLang="ja-JP" sz="1200" dirty="0"/>
                  <a:t>=1</a:t>
                </a:r>
                <a:endParaRPr kumimoji="1" lang="ja-JP" altLang="en-US" sz="1200" dirty="0"/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E337E15E-CC87-4C7E-ACB1-EA43302C9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473" y="5065346"/>
                <a:ext cx="1188809" cy="276999"/>
              </a:xfrm>
              <a:prstGeom prst="rect">
                <a:avLst/>
              </a:prstGeom>
              <a:blipFill>
                <a:blip r:embed="rId16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232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Serial</a:t>
            </a:r>
            <a:r>
              <a:rPr lang="ja-JP" altLang="en-US" dirty="0"/>
              <a:t> </a:t>
            </a:r>
            <a:r>
              <a:rPr lang="en-US" altLang="ja-JP" dirty="0" err="1"/>
              <a:t>EnSRF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BD6BD7-30C5-F3A6-057A-76FC5138329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4000" y="863662"/>
            <a:ext cx="11483999" cy="5554800"/>
          </a:xfrm>
        </p:spPr>
        <p:txBody>
          <a:bodyPr/>
          <a:lstStyle/>
          <a:p>
            <a:r>
              <a:rPr lang="ja-JP" altLang="en-US" dirty="0"/>
              <a:t>前回からの修正：局所化行列</a:t>
            </a:r>
            <a:r>
              <a:rPr lang="en-US" altLang="ja-JP" dirty="0"/>
              <a:t>L</a:t>
            </a:r>
            <a:r>
              <a:rPr lang="ja-JP" altLang="en-US" dirty="0"/>
              <a:t>を作成するための</a:t>
            </a:r>
            <a:r>
              <a:rPr lang="en-US" altLang="ja-JP" dirty="0"/>
              <a:t>Gaspari-Cohn</a:t>
            </a:r>
            <a:r>
              <a:rPr lang="ja-JP" altLang="en-US" dirty="0"/>
              <a:t>関数の修正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E54DEFC-4AAD-686C-1E08-4E5029B61665}"/>
              </a:ext>
            </a:extLst>
          </p:cNvPr>
          <p:cNvSpPr txBox="1"/>
          <p:nvPr/>
        </p:nvSpPr>
        <p:spPr>
          <a:xfrm>
            <a:off x="354000" y="1326996"/>
            <a:ext cx="1148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メンバー数</a:t>
            </a:r>
            <a:r>
              <a:rPr lang="en-US" altLang="ja-JP" b="1" dirty="0"/>
              <a:t>10</a:t>
            </a:r>
            <a:r>
              <a:rPr lang="ja-JP" altLang="en-US" b="1" dirty="0"/>
              <a:t>、観測点</a:t>
            </a:r>
            <a:r>
              <a:rPr lang="en-US" altLang="ja-JP" b="1" dirty="0"/>
              <a:t>40</a:t>
            </a:r>
            <a:r>
              <a:rPr lang="ja-JP" altLang="en-US" b="1" dirty="0"/>
              <a:t>個で固定</a:t>
            </a:r>
            <a:endParaRPr kumimoji="1" lang="ja-JP" altLang="en-US" b="1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AE9E6E57-9E99-0378-8FF0-8915BB5C4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93" y="2409296"/>
            <a:ext cx="3889400" cy="2880000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64F7DF8-AEF9-596D-77ED-C721CDF96411}"/>
              </a:ext>
            </a:extLst>
          </p:cNvPr>
          <p:cNvSpPr txBox="1"/>
          <p:nvPr/>
        </p:nvSpPr>
        <p:spPr>
          <a:xfrm>
            <a:off x="1286933" y="2070100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修正前</a:t>
            </a:r>
            <a:endParaRPr kumimoji="1" lang="ja-JP" altLang="en-US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508E3BCA-FF17-D0C8-09A6-7CF1EAEF4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209" y="2409296"/>
            <a:ext cx="3889400" cy="288000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6E4D6E4E-0FEF-EE94-767C-BB8EFF2024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629" y="2409296"/>
            <a:ext cx="3960000" cy="297000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FFCAC6A-E350-EEB3-0B1A-1A7D09D5888D}"/>
              </a:ext>
            </a:extLst>
          </p:cNvPr>
          <p:cNvSpPr txBox="1"/>
          <p:nvPr/>
        </p:nvSpPr>
        <p:spPr>
          <a:xfrm>
            <a:off x="5469465" y="2070100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修正後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E61602C-506B-0027-2656-3A7D07C3AF9B}"/>
              </a:ext>
            </a:extLst>
          </p:cNvPr>
          <p:cNvSpPr txBox="1"/>
          <p:nvPr/>
        </p:nvSpPr>
        <p:spPr>
          <a:xfrm>
            <a:off x="8940506" y="2070100"/>
            <a:ext cx="2624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Kotsuki</a:t>
            </a:r>
            <a:r>
              <a:rPr lang="en-US" altLang="ja-JP" sz="2000" dirty="0"/>
              <a:t> (</a:t>
            </a:r>
            <a:r>
              <a:rPr lang="en-US" altLang="ja-JP" sz="2000" i="1" dirty="0"/>
              <a:t>m</a:t>
            </a:r>
            <a:r>
              <a:rPr lang="en-US" altLang="ja-JP" sz="2000" dirty="0"/>
              <a:t>=10, </a:t>
            </a:r>
            <a:r>
              <a:rPr lang="en-US" altLang="ja-JP" sz="2000" i="1" dirty="0"/>
              <a:t>p</a:t>
            </a:r>
            <a:r>
              <a:rPr lang="en-US" altLang="ja-JP" sz="2000" dirty="0"/>
              <a:t>=40)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67762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Serial </a:t>
            </a:r>
            <a:r>
              <a:rPr kumimoji="1" lang="en-US" altLang="ja-JP" dirty="0" err="1"/>
              <a:t>EnSRF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695419F-6E53-8F86-D9AB-E7C30EE89B77}"/>
              </a:ext>
            </a:extLst>
          </p:cNvPr>
          <p:cNvSpPr txBox="1"/>
          <p:nvPr/>
        </p:nvSpPr>
        <p:spPr>
          <a:xfrm>
            <a:off x="351366" y="974571"/>
            <a:ext cx="1148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メンバー数</a:t>
            </a:r>
            <a:r>
              <a:rPr lang="en-US" altLang="ja-JP" b="1" dirty="0"/>
              <a:t>8</a:t>
            </a:r>
            <a:r>
              <a:rPr lang="ja-JP" altLang="en-US" b="1" dirty="0"/>
              <a:t>、観測点</a:t>
            </a:r>
            <a:r>
              <a:rPr lang="en-US" altLang="ja-JP" b="1" dirty="0"/>
              <a:t>20</a:t>
            </a:r>
            <a:r>
              <a:rPr lang="ja-JP" altLang="en-US" b="1" dirty="0"/>
              <a:t>個</a:t>
            </a:r>
            <a:r>
              <a:rPr lang="en-US" altLang="ja-JP" b="1" dirty="0"/>
              <a:t>(</a:t>
            </a:r>
            <a:r>
              <a:rPr lang="ja-JP" altLang="en-US" b="1" dirty="0"/>
              <a:t>等間隔</a:t>
            </a:r>
            <a:r>
              <a:rPr lang="en-US" altLang="ja-JP" b="1" dirty="0"/>
              <a:t>)</a:t>
            </a:r>
            <a:r>
              <a:rPr lang="ja-JP" altLang="en-US" b="1" dirty="0"/>
              <a:t>で固定</a:t>
            </a:r>
            <a:endParaRPr kumimoji="1" lang="ja-JP" altLang="en-US" b="1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135478B8-F1AE-F6B5-0929-497A1A507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250" y="2283429"/>
            <a:ext cx="4861749" cy="3600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4EC7682-CB9A-AF08-01A8-8FC6CFB34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247" y="2283429"/>
            <a:ext cx="4800000" cy="36000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BEA7C70-4CCA-E1CA-F40E-D2DE6AD7814A}"/>
              </a:ext>
            </a:extLst>
          </p:cNvPr>
          <p:cNvSpPr txBox="1"/>
          <p:nvPr/>
        </p:nvSpPr>
        <p:spPr>
          <a:xfrm>
            <a:off x="7632054" y="1918623"/>
            <a:ext cx="2486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Kotsuki</a:t>
            </a:r>
            <a:r>
              <a:rPr lang="en-US" altLang="ja-JP" sz="2000" dirty="0"/>
              <a:t> (</a:t>
            </a:r>
            <a:r>
              <a:rPr lang="en-US" altLang="ja-JP" sz="2000" i="1" dirty="0"/>
              <a:t>m</a:t>
            </a:r>
            <a:r>
              <a:rPr lang="en-US" altLang="ja-JP" sz="2000" dirty="0"/>
              <a:t>=8, </a:t>
            </a:r>
            <a:r>
              <a:rPr lang="en-US" altLang="ja-JP" sz="2000" i="1" dirty="0"/>
              <a:t>p</a:t>
            </a:r>
            <a:r>
              <a:rPr lang="en-US" altLang="ja-JP" sz="2000" dirty="0"/>
              <a:t>=20)</a:t>
            </a:r>
            <a:endParaRPr lang="ja-JP" altLang="en-US" sz="20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8EF6B5E-6BA8-C53A-8E70-0117ACC7A66C}"/>
              </a:ext>
            </a:extLst>
          </p:cNvPr>
          <p:cNvSpPr txBox="1"/>
          <p:nvPr/>
        </p:nvSpPr>
        <p:spPr>
          <a:xfrm>
            <a:off x="2782358" y="1914097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実行結果</a:t>
            </a:r>
          </a:p>
        </p:txBody>
      </p:sp>
    </p:spTree>
    <p:extLst>
      <p:ext uri="{BB962C8B-B14F-4D97-AF65-F5344CB8AC3E}">
        <p14:creationId xmlns:p14="http://schemas.microsoft.com/office/powerpoint/2010/main" val="729575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F150101B-C308-063D-DC6C-81A8B2FF9D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732" b="5643"/>
          <a:stretch>
            <a:fillRect/>
          </a:stretch>
        </p:blipFill>
        <p:spPr>
          <a:xfrm>
            <a:off x="5905173" y="4095750"/>
            <a:ext cx="5978642" cy="276225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Serial</a:t>
            </a:r>
            <a:r>
              <a:rPr lang="ja-JP" altLang="en-US" dirty="0"/>
              <a:t> </a:t>
            </a:r>
            <a:r>
              <a:rPr lang="en-US" altLang="ja-JP" dirty="0" err="1"/>
              <a:t>EnSRF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kumimoji="1" lang="ja-JP" altLang="en-US" dirty="0"/>
              <a:t>観測地点による</a:t>
            </a:r>
            <a:r>
              <a:rPr lang="ja-JP" altLang="en-US" dirty="0"/>
              <a:t>感度の比較</a:t>
            </a:r>
            <a:r>
              <a:rPr lang="en-US" altLang="ja-JP" dirty="0"/>
              <a:t>(Homogeneous,</a:t>
            </a:r>
            <a:r>
              <a:rPr lang="ja-JP" altLang="en-US" dirty="0"/>
              <a:t>等間隔な場合</a:t>
            </a:r>
            <a:r>
              <a:rPr lang="en-US" altLang="ja-JP" dirty="0"/>
              <a:t>)</a:t>
            </a:r>
          </a:p>
          <a:p>
            <a:pPr marL="169200" indent="0">
              <a:buNone/>
            </a:pP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F4518A9-D846-C20D-2CF3-DE6314CEB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420" y="1395750"/>
            <a:ext cx="4191343" cy="2700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25B99FA-6E70-A649-1258-F7C9EA3A1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022" y="4049770"/>
            <a:ext cx="4230340" cy="2700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658837E-E90A-20DC-10E7-A10E1E0462C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8273" b="5905"/>
          <a:stretch>
            <a:fillRect/>
          </a:stretch>
        </p:blipFill>
        <p:spPr>
          <a:xfrm>
            <a:off x="6095998" y="1159660"/>
            <a:ext cx="5787817" cy="293609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05CE89C-E8C0-BC48-C325-E6D6BF68DCB5}"/>
              </a:ext>
            </a:extLst>
          </p:cNvPr>
          <p:cNvSpPr/>
          <p:nvPr/>
        </p:nvSpPr>
        <p:spPr>
          <a:xfrm>
            <a:off x="7359470" y="3057525"/>
            <a:ext cx="4222930" cy="556572"/>
          </a:xfrm>
          <a:prstGeom prst="rect">
            <a:avLst/>
          </a:prstGeom>
          <a:noFill/>
          <a:ln w="9525">
            <a:solidFill>
              <a:srgbClr val="3333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02116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Serial</a:t>
            </a:r>
            <a:r>
              <a:rPr lang="ja-JP" altLang="en-US" dirty="0"/>
              <a:t> </a:t>
            </a:r>
            <a:r>
              <a:rPr lang="en-US" altLang="ja-JP" dirty="0" err="1"/>
              <a:t>EnSRF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lang="ja-JP" altLang="en-US" dirty="0"/>
              <a:t>観測地点による感度の比較</a:t>
            </a:r>
            <a:r>
              <a:rPr lang="en-US" altLang="ja-JP" dirty="0"/>
              <a:t>(</a:t>
            </a:r>
            <a:r>
              <a:rPr lang="ja-JP" altLang="en-US" dirty="0"/>
              <a:t>等間隔な場合</a:t>
            </a:r>
            <a:r>
              <a:rPr lang="en-US" altLang="ja-JP" dirty="0"/>
              <a:t>)</a:t>
            </a:r>
          </a:p>
          <a:p>
            <a:pPr marL="169200" indent="0">
              <a:buNone/>
            </a:pPr>
            <a:endParaRPr lang="en-US" altLang="ja-JP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1DEE4C0-3EE2-FC68-98FA-3B9B596C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66" y="1333862"/>
            <a:ext cx="4191338" cy="2700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F2921C8-07BE-9913-A60F-2728BD79B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66" y="4033862"/>
            <a:ext cx="4191339" cy="2700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9946C65-C8D2-B25F-FD54-D7D8655D440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333" b="5813"/>
          <a:stretch/>
        </p:blipFill>
        <p:spPr>
          <a:xfrm>
            <a:off x="5793531" y="1225862"/>
            <a:ext cx="5742995" cy="2916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481681C-363A-EBA9-1BE4-22B77A57C8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719" t="61841" b="5796"/>
          <a:stretch>
            <a:fillRect/>
          </a:stretch>
        </p:blipFill>
        <p:spPr>
          <a:xfrm>
            <a:off x="6095998" y="4141862"/>
            <a:ext cx="5480311" cy="266400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17F2FF7-E739-EF1E-77C3-FC44B6BDE709}"/>
              </a:ext>
            </a:extLst>
          </p:cNvPr>
          <p:cNvSpPr/>
          <p:nvPr/>
        </p:nvSpPr>
        <p:spPr>
          <a:xfrm>
            <a:off x="7104923" y="2497675"/>
            <a:ext cx="4083777" cy="1172590"/>
          </a:xfrm>
          <a:prstGeom prst="rect">
            <a:avLst/>
          </a:prstGeom>
          <a:noFill/>
          <a:ln w="9525">
            <a:solidFill>
              <a:srgbClr val="3333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834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B3170-FCF7-99A1-7A84-A4A5ACBDD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3D77C4F-49E1-BAA2-9600-3E5090158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LETKF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1C550226-D6A0-25CA-17F7-04251EE3326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kumimoji="1" lang="ja-JP" altLang="en-US" dirty="0"/>
              <a:t>メンバー数</a:t>
            </a:r>
            <a:r>
              <a:rPr kumimoji="1" lang="en-US" altLang="ja-JP" dirty="0"/>
              <a:t>8</a:t>
            </a:r>
            <a:r>
              <a:rPr kumimoji="1" lang="ja-JP" altLang="en-US" dirty="0"/>
              <a:t>、観測地点数</a:t>
            </a:r>
            <a:r>
              <a:rPr kumimoji="1" lang="en-US" altLang="ja-JP" dirty="0"/>
              <a:t>20</a:t>
            </a:r>
            <a:r>
              <a:rPr kumimoji="1" lang="ja-JP" altLang="en-US" dirty="0"/>
              <a:t>個で固定</a:t>
            </a:r>
            <a:br>
              <a:rPr kumimoji="1" lang="en-US" altLang="ja-JP" dirty="0"/>
            </a:br>
            <a:r>
              <a:rPr kumimoji="1" lang="ja-JP" altLang="en-US" dirty="0"/>
              <a:t>→参考例と比較して上手く同化できていないように見える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C4E35C0-8740-981E-270A-8DF697A98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32" y="2227262"/>
            <a:ext cx="4861750" cy="3600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07D9C3A5-4D9C-D3F8-105D-5D0BCB5B7B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"/>
          <a:stretch/>
        </p:blipFill>
        <p:spPr>
          <a:xfrm>
            <a:off x="6548678" y="2394338"/>
            <a:ext cx="4830701" cy="3600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F13DAD-7BDE-298E-A7D6-7BA3BBD7F799}"/>
              </a:ext>
            </a:extLst>
          </p:cNvPr>
          <p:cNvSpPr txBox="1"/>
          <p:nvPr/>
        </p:nvSpPr>
        <p:spPr>
          <a:xfrm>
            <a:off x="7720836" y="1827152"/>
            <a:ext cx="2486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Kotsuki</a:t>
            </a:r>
            <a:r>
              <a:rPr lang="en-US" altLang="ja-JP" sz="2000" dirty="0"/>
              <a:t> (</a:t>
            </a:r>
            <a:r>
              <a:rPr lang="en-US" altLang="ja-JP" sz="2000" i="1" dirty="0"/>
              <a:t>m</a:t>
            </a:r>
            <a:r>
              <a:rPr lang="en-US" altLang="ja-JP" sz="2000" dirty="0"/>
              <a:t>=8, </a:t>
            </a:r>
            <a:r>
              <a:rPr lang="en-US" altLang="ja-JP" sz="2000" i="1" dirty="0"/>
              <a:t>p</a:t>
            </a:r>
            <a:r>
              <a:rPr lang="en-US" altLang="ja-JP" sz="2000" dirty="0"/>
              <a:t>=20)</a:t>
            </a:r>
            <a:endParaRPr lang="ja-JP" altLang="en-US" sz="20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79E7636-B570-2BC5-2919-FBF042D1F5D0}"/>
              </a:ext>
            </a:extLst>
          </p:cNvPr>
          <p:cNvSpPr txBox="1"/>
          <p:nvPr/>
        </p:nvSpPr>
        <p:spPr>
          <a:xfrm>
            <a:off x="2782358" y="1914097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実行結果</a:t>
            </a:r>
          </a:p>
        </p:txBody>
      </p:sp>
    </p:spTree>
    <p:extLst>
      <p:ext uri="{BB962C8B-B14F-4D97-AF65-F5344CB8AC3E}">
        <p14:creationId xmlns:p14="http://schemas.microsoft.com/office/powerpoint/2010/main" val="607319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1C9F-35A0-B840-1505-7E5E4C41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1B4A2B83-A671-4AF2-B27C-DD6F1C1C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LETKF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FBD2164-7476-4422-50E2-93444D1102B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kumimoji="1" lang="ja-JP" altLang="en-US" dirty="0"/>
              <a:t>メンバー数</a:t>
            </a:r>
            <a:r>
              <a:rPr kumimoji="1" lang="en-US" altLang="ja-JP" dirty="0"/>
              <a:t>8</a:t>
            </a:r>
            <a:r>
              <a:rPr kumimoji="1" lang="ja-JP" altLang="en-US" dirty="0"/>
              <a:t>、観測地点数</a:t>
            </a:r>
            <a:r>
              <a:rPr kumimoji="1" lang="en-US" altLang="ja-JP" dirty="0"/>
              <a:t>20</a:t>
            </a:r>
            <a:r>
              <a:rPr kumimoji="1" lang="ja-JP" altLang="en-US" dirty="0"/>
              <a:t>個で固定</a:t>
            </a:r>
          </a:p>
        </p:txBody>
      </p:sp>
    </p:spTree>
    <p:extLst>
      <p:ext uri="{BB962C8B-B14F-4D97-AF65-F5344CB8AC3E}">
        <p14:creationId xmlns:p14="http://schemas.microsoft.com/office/powerpoint/2010/main" val="2756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292</Words>
  <Application>Microsoft Office PowerPoint</Application>
  <PresentationFormat>ワイド画面</PresentationFormat>
  <Paragraphs>48</Paragraphs>
  <Slides>9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メイリオ</vt:lpstr>
      <vt:lpstr>游ゴシック</vt:lpstr>
      <vt:lpstr>游ゴシック Light</vt:lpstr>
      <vt:lpstr>Arial</vt:lpstr>
      <vt:lpstr>Cambria Math</vt:lpstr>
      <vt:lpstr>Segoe UI</vt:lpstr>
      <vt:lpstr>Office テーマ</vt:lpstr>
      <vt:lpstr>地球観測社会システム 第6回経過報告</vt:lpstr>
      <vt:lpstr>Basic Task 5</vt:lpstr>
      <vt:lpstr>局所化したPO法</vt:lpstr>
      <vt:lpstr>Serial EnSRF</vt:lpstr>
      <vt:lpstr>Serial EnSRF</vt:lpstr>
      <vt:lpstr>Serial EnSRF</vt:lpstr>
      <vt:lpstr>Serial EnSRF</vt:lpstr>
      <vt:lpstr>LETKF</vt:lpstr>
      <vt:lpstr>LETKF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地球観測社会システム 第6回経過報告</dc:title>
  <dc:creator>cgfa6170</dc:creator>
  <cp:lastModifiedBy>cgfa6170</cp:lastModifiedBy>
  <cp:revision>6</cp:revision>
  <dcterms:created xsi:type="dcterms:W3CDTF">2025-11-20T04:11:02Z</dcterms:created>
  <dcterms:modified xsi:type="dcterms:W3CDTF">2025-11-20T09:44:56Z</dcterms:modified>
</cp:coreProperties>
</file>