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45" r:id="rId5"/>
    <p:sldId id="1991" r:id="rId6"/>
    <p:sldId id="1981" r:id="rId7"/>
    <p:sldId id="584" r:id="rId8"/>
    <p:sldId id="1992" r:id="rId9"/>
    <p:sldId id="1993" r:id="rId10"/>
    <p:sldId id="1995" r:id="rId11"/>
    <p:sldId id="1994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A536451E-CB62-466F-86FB-D0FAE876C875}"/>
    <pc:docChg chg="undo redo custSel addSld delSld modSld">
      <pc:chgData name="cgfa6170" userId="46cde8c4-1d5f-444e-a8bb-106eec3feaad" providerId="ADAL" clId="{A536451E-CB62-466F-86FB-D0FAE876C875}" dt="2025-10-30T16:27:21.100" v="1162" actId="20577"/>
      <pc:docMkLst>
        <pc:docMk/>
      </pc:docMkLst>
      <pc:sldChg chg="addSp delSp modSp add mod">
        <pc:chgData name="cgfa6170" userId="46cde8c4-1d5f-444e-a8bb-106eec3feaad" providerId="ADAL" clId="{A536451E-CB62-466F-86FB-D0FAE876C875}" dt="2025-10-21T16:41:33.416" v="771" actId="20577"/>
        <pc:sldMkLst>
          <pc:docMk/>
          <pc:sldMk cId="375693231" sldId="584"/>
        </pc:sldMkLst>
        <pc:spChg chg="mod">
          <ac:chgData name="cgfa6170" userId="46cde8c4-1d5f-444e-a8bb-106eec3feaad" providerId="ADAL" clId="{A536451E-CB62-466F-86FB-D0FAE876C875}" dt="2025-10-21T16:23:45.226" v="400" actId="20577"/>
          <ac:spMkLst>
            <pc:docMk/>
            <pc:sldMk cId="375693231" sldId="584"/>
            <ac:spMk id="6" creationId="{8F99F45E-6E11-42BE-BE28-1DC6881DC7CE}"/>
          </ac:spMkLst>
        </pc:spChg>
        <pc:spChg chg="del">
          <ac:chgData name="cgfa6170" userId="46cde8c4-1d5f-444e-a8bb-106eec3feaad" providerId="ADAL" clId="{A536451E-CB62-466F-86FB-D0FAE876C875}" dt="2025-10-21T16:36:39.210" v="644" actId="478"/>
          <ac:spMkLst>
            <pc:docMk/>
            <pc:sldMk cId="375693231" sldId="584"/>
            <ac:spMk id="7" creationId="{2B8E83CA-CFAE-4900-9BEE-979834A48AFD}"/>
          </ac:spMkLst>
        </pc:spChg>
        <pc:spChg chg="add mod">
          <ac:chgData name="cgfa6170" userId="46cde8c4-1d5f-444e-a8bb-106eec3feaad" providerId="ADAL" clId="{A536451E-CB62-466F-86FB-D0FAE876C875}" dt="2025-10-21T16:36:58.087" v="673" actId="1035"/>
          <ac:spMkLst>
            <pc:docMk/>
            <pc:sldMk cId="375693231" sldId="584"/>
            <ac:spMk id="10" creationId="{061308D1-CB2E-F0B7-16A6-C71116762F52}"/>
          </ac:spMkLst>
        </pc:spChg>
        <pc:spChg chg="add mod">
          <ac:chgData name="cgfa6170" userId="46cde8c4-1d5f-444e-a8bb-106eec3feaad" providerId="ADAL" clId="{A536451E-CB62-466F-86FB-D0FAE876C875}" dt="2025-10-21T16:37:08.498" v="675" actId="1076"/>
          <ac:spMkLst>
            <pc:docMk/>
            <pc:sldMk cId="375693231" sldId="584"/>
            <ac:spMk id="11" creationId="{7953C739-DE44-2B6A-7056-0BFEA88A0999}"/>
          </ac:spMkLst>
        </pc:spChg>
        <pc:spChg chg="add mod">
          <ac:chgData name="cgfa6170" userId="46cde8c4-1d5f-444e-a8bb-106eec3feaad" providerId="ADAL" clId="{A536451E-CB62-466F-86FB-D0FAE876C875}" dt="2025-10-21T16:36:58.087" v="673" actId="1035"/>
          <ac:spMkLst>
            <pc:docMk/>
            <pc:sldMk cId="375693231" sldId="584"/>
            <ac:spMk id="12" creationId="{4B71F704-A947-BEBD-C88F-66E8F48A6B79}"/>
          </ac:spMkLst>
        </pc:spChg>
        <pc:spChg chg="add del mod">
          <ac:chgData name="cgfa6170" userId="46cde8c4-1d5f-444e-a8bb-106eec3feaad" providerId="ADAL" clId="{A536451E-CB62-466F-86FB-D0FAE876C875}" dt="2025-10-21T16:36:41.284" v="645" actId="478"/>
          <ac:spMkLst>
            <pc:docMk/>
            <pc:sldMk cId="375693231" sldId="584"/>
            <ac:spMk id="14" creationId="{F5F7A22C-8A21-C898-2FF6-FF0EEC5ACD5F}"/>
          </ac:spMkLst>
        </pc:spChg>
        <pc:spChg chg="add mod">
          <ac:chgData name="cgfa6170" userId="46cde8c4-1d5f-444e-a8bb-106eec3feaad" providerId="ADAL" clId="{A536451E-CB62-466F-86FB-D0FAE876C875}" dt="2025-10-21T16:41:33.416" v="771" actId="20577"/>
          <ac:spMkLst>
            <pc:docMk/>
            <pc:sldMk cId="375693231" sldId="584"/>
            <ac:spMk id="15" creationId="{083DF862-584A-D667-806B-51D97BF550F3}"/>
          </ac:spMkLst>
        </pc:spChg>
        <pc:picChg chg="add mod modCrop">
          <ac:chgData name="cgfa6170" userId="46cde8c4-1d5f-444e-a8bb-106eec3feaad" providerId="ADAL" clId="{A536451E-CB62-466F-86FB-D0FAE876C875}" dt="2025-10-21T16:37:08.498" v="675" actId="1076"/>
          <ac:picMkLst>
            <pc:docMk/>
            <pc:sldMk cId="375693231" sldId="584"/>
            <ac:picMk id="3" creationId="{56949E4A-B746-CDB7-B29F-9FA6E2F350F2}"/>
          </ac:picMkLst>
        </pc:picChg>
        <pc:picChg chg="add mod modCrop">
          <ac:chgData name="cgfa6170" userId="46cde8c4-1d5f-444e-a8bb-106eec3feaad" providerId="ADAL" clId="{A536451E-CB62-466F-86FB-D0FAE876C875}" dt="2025-10-21T16:40:48.733" v="731" actId="1076"/>
          <ac:picMkLst>
            <pc:docMk/>
            <pc:sldMk cId="375693231" sldId="584"/>
            <ac:picMk id="4" creationId="{A872B965-BEFA-4612-7D8D-D99E39729096}"/>
          </ac:picMkLst>
        </pc:picChg>
        <pc:picChg chg="add del mod">
          <ac:chgData name="cgfa6170" userId="46cde8c4-1d5f-444e-a8bb-106eec3feaad" providerId="ADAL" clId="{A536451E-CB62-466F-86FB-D0FAE876C875}" dt="2025-10-21T16:30:31.213" v="436" actId="478"/>
          <ac:picMkLst>
            <pc:docMk/>
            <pc:sldMk cId="375693231" sldId="584"/>
            <ac:picMk id="5" creationId="{FE0D6A55-CC9D-43A1-17B2-9C43F8EE7014}"/>
          </ac:picMkLst>
        </pc:picChg>
        <pc:picChg chg="add mod modCrop">
          <ac:chgData name="cgfa6170" userId="46cde8c4-1d5f-444e-a8bb-106eec3feaad" providerId="ADAL" clId="{A536451E-CB62-466F-86FB-D0FAE876C875}" dt="2025-10-21T16:36:58.087" v="673" actId="1035"/>
          <ac:picMkLst>
            <pc:docMk/>
            <pc:sldMk cId="375693231" sldId="584"/>
            <ac:picMk id="8" creationId="{FBCEF9A3-C447-65BF-8008-E9FE00BB7C49}"/>
          </ac:picMkLst>
        </pc:picChg>
        <pc:picChg chg="add mod modCrop">
          <ac:chgData name="cgfa6170" userId="46cde8c4-1d5f-444e-a8bb-106eec3feaad" providerId="ADAL" clId="{A536451E-CB62-466F-86FB-D0FAE876C875}" dt="2025-10-21T16:37:08.498" v="675" actId="1076"/>
          <ac:picMkLst>
            <pc:docMk/>
            <pc:sldMk cId="375693231" sldId="584"/>
            <ac:picMk id="9" creationId="{BCCB5B18-C902-86B1-A0EC-ED3DCDE6A4A6}"/>
          </ac:picMkLst>
        </pc:picChg>
      </pc:sldChg>
      <pc:sldChg chg="modSp mod">
        <pc:chgData name="cgfa6170" userId="46cde8c4-1d5f-444e-a8bb-106eec3feaad" providerId="ADAL" clId="{A536451E-CB62-466F-86FB-D0FAE876C875}" dt="2025-10-30T16:27:21.100" v="1162" actId="20577"/>
        <pc:sldMkLst>
          <pc:docMk/>
          <pc:sldMk cId="108723299" sldId="745"/>
        </pc:sldMkLst>
        <pc:spChg chg="mod">
          <ac:chgData name="cgfa6170" userId="46cde8c4-1d5f-444e-a8bb-106eec3feaad" providerId="ADAL" clId="{A536451E-CB62-466F-86FB-D0FAE876C875}" dt="2025-10-30T16:27:21.100" v="1162" actId="20577"/>
          <ac:spMkLst>
            <pc:docMk/>
            <pc:sldMk cId="108723299" sldId="745"/>
            <ac:spMk id="2" creationId="{1F1801E7-1C75-4533-8F2E-E1D0D70578CB}"/>
          </ac:spMkLst>
        </pc:spChg>
      </pc:sldChg>
      <pc:sldChg chg="addSp modSp mod">
        <pc:chgData name="cgfa6170" userId="46cde8c4-1d5f-444e-a8bb-106eec3feaad" providerId="ADAL" clId="{A536451E-CB62-466F-86FB-D0FAE876C875}" dt="2025-10-21T16:22:23.556" v="381" actId="113"/>
        <pc:sldMkLst>
          <pc:docMk/>
          <pc:sldMk cId="3168695192" sldId="1981"/>
        </pc:sldMkLst>
        <pc:spChg chg="add mod">
          <ac:chgData name="cgfa6170" userId="46cde8c4-1d5f-444e-a8bb-106eec3feaad" providerId="ADAL" clId="{A536451E-CB62-466F-86FB-D0FAE876C875}" dt="2025-10-21T16:22:23.556" v="381" actId="113"/>
          <ac:spMkLst>
            <pc:docMk/>
            <pc:sldMk cId="3168695192" sldId="1981"/>
            <ac:spMk id="30" creationId="{71628B4D-7740-9837-38ED-4D93A62FFF3A}"/>
          </ac:spMkLst>
        </pc:spChg>
        <pc:spChg chg="add mod">
          <ac:chgData name="cgfa6170" userId="46cde8c4-1d5f-444e-a8bb-106eec3feaad" providerId="ADAL" clId="{A536451E-CB62-466F-86FB-D0FAE876C875}" dt="2025-10-21T16:20:03.261" v="209" actId="1076"/>
          <ac:spMkLst>
            <pc:docMk/>
            <pc:sldMk cId="3168695192" sldId="1981"/>
            <ac:spMk id="31" creationId="{0E9901B4-0E81-B503-6012-18E29DEB0484}"/>
          </ac:spMkLst>
        </pc:spChg>
      </pc:sldChg>
      <pc:sldChg chg="addSp modSp add mod">
        <pc:chgData name="cgfa6170" userId="46cde8c4-1d5f-444e-a8bb-106eec3feaad" providerId="ADAL" clId="{A536451E-CB62-466F-86FB-D0FAE876C875}" dt="2025-10-21T16:43:47.088" v="914" actId="20577"/>
        <pc:sldMkLst>
          <pc:docMk/>
          <pc:sldMk cId="223780093" sldId="1992"/>
        </pc:sldMkLst>
        <pc:spChg chg="mod">
          <ac:chgData name="cgfa6170" userId="46cde8c4-1d5f-444e-a8bb-106eec3feaad" providerId="ADAL" clId="{A536451E-CB62-466F-86FB-D0FAE876C875}" dt="2025-10-21T16:42:03.681" v="772"/>
          <ac:spMkLst>
            <pc:docMk/>
            <pc:sldMk cId="223780093" sldId="1992"/>
            <ac:spMk id="6" creationId="{8F99F45E-6E11-42BE-BE28-1DC6881DC7CE}"/>
          </ac:spMkLst>
        </pc:spChg>
        <pc:spChg chg="mod">
          <ac:chgData name="cgfa6170" userId="46cde8c4-1d5f-444e-a8bb-106eec3feaad" providerId="ADAL" clId="{A536451E-CB62-466F-86FB-D0FAE876C875}" dt="2025-10-21T16:43:47.088" v="914" actId="20577"/>
          <ac:spMkLst>
            <pc:docMk/>
            <pc:sldMk cId="223780093" sldId="1992"/>
            <ac:spMk id="7" creationId="{2B8E83CA-CFAE-4900-9BEE-979834A48AFD}"/>
          </ac:spMkLst>
        </pc:spChg>
        <pc:picChg chg="add mod">
          <ac:chgData name="cgfa6170" userId="46cde8c4-1d5f-444e-a8bb-106eec3feaad" providerId="ADAL" clId="{A536451E-CB62-466F-86FB-D0FAE876C875}" dt="2025-10-21T16:42:44.855" v="787" actId="1076"/>
          <ac:picMkLst>
            <pc:docMk/>
            <pc:sldMk cId="223780093" sldId="1992"/>
            <ac:picMk id="3" creationId="{B5CA1C8E-798C-B72A-78D5-DBA220A3A4EA}"/>
          </ac:picMkLst>
        </pc:picChg>
      </pc:sldChg>
      <pc:sldChg chg="new del">
        <pc:chgData name="cgfa6170" userId="46cde8c4-1d5f-444e-a8bb-106eec3feaad" providerId="ADAL" clId="{A536451E-CB62-466F-86FB-D0FAE876C875}" dt="2025-10-21T16:10:14.405" v="1" actId="680"/>
        <pc:sldMkLst>
          <pc:docMk/>
          <pc:sldMk cId="1420755570" sldId="1992"/>
        </pc:sldMkLst>
      </pc:sldChg>
      <pc:sldChg chg="addSp delSp modSp add mod">
        <pc:chgData name="cgfa6170" userId="46cde8c4-1d5f-444e-a8bb-106eec3feaad" providerId="ADAL" clId="{A536451E-CB62-466F-86FB-D0FAE876C875}" dt="2025-10-21T16:45:38.200" v="979" actId="1076"/>
        <pc:sldMkLst>
          <pc:docMk/>
          <pc:sldMk cId="3570160849" sldId="1993"/>
        </pc:sldMkLst>
        <pc:spChg chg="add del mod">
          <ac:chgData name="cgfa6170" userId="46cde8c4-1d5f-444e-a8bb-106eec3feaad" providerId="ADAL" clId="{A536451E-CB62-466F-86FB-D0FAE876C875}" dt="2025-10-21T16:45:28.788" v="963" actId="478"/>
          <ac:spMkLst>
            <pc:docMk/>
            <pc:sldMk cId="3570160849" sldId="1993"/>
            <ac:spMk id="5" creationId="{47D5CEB3-9528-FDD9-318D-ED61951DC45E}"/>
          </ac:spMkLst>
        </pc:spChg>
        <pc:spChg chg="mod">
          <ac:chgData name="cgfa6170" userId="46cde8c4-1d5f-444e-a8bb-106eec3feaad" providerId="ADAL" clId="{A536451E-CB62-466F-86FB-D0FAE876C875}" dt="2025-10-21T16:44:06.056" v="915"/>
          <ac:spMkLst>
            <pc:docMk/>
            <pc:sldMk cId="3570160849" sldId="1993"/>
            <ac:spMk id="6" creationId="{8F99F45E-6E11-42BE-BE28-1DC6881DC7CE}"/>
          </ac:spMkLst>
        </pc:spChg>
        <pc:spChg chg="del mod">
          <ac:chgData name="cgfa6170" userId="46cde8c4-1d5f-444e-a8bb-106eec3feaad" providerId="ADAL" clId="{A536451E-CB62-466F-86FB-D0FAE876C875}" dt="2025-10-21T16:45:24.669" v="962" actId="478"/>
          <ac:spMkLst>
            <pc:docMk/>
            <pc:sldMk cId="3570160849" sldId="1993"/>
            <ac:spMk id="7" creationId="{2B8E83CA-CFAE-4900-9BEE-979834A48AFD}"/>
          </ac:spMkLst>
        </pc:spChg>
        <pc:picChg chg="add mod">
          <ac:chgData name="cgfa6170" userId="46cde8c4-1d5f-444e-a8bb-106eec3feaad" providerId="ADAL" clId="{A536451E-CB62-466F-86FB-D0FAE876C875}" dt="2025-10-21T16:45:38.200" v="979" actId="1076"/>
          <ac:picMkLst>
            <pc:docMk/>
            <pc:sldMk cId="3570160849" sldId="1993"/>
            <ac:picMk id="3" creationId="{45B5C1F3-DB10-7263-7A62-F945090869A0}"/>
          </ac:picMkLst>
        </pc:picChg>
      </pc:sldChg>
      <pc:sldChg chg="addSp delSp modSp add mod">
        <pc:chgData name="cgfa6170" userId="46cde8c4-1d5f-444e-a8bb-106eec3feaad" providerId="ADAL" clId="{A536451E-CB62-466F-86FB-D0FAE876C875}" dt="2025-10-21T16:53:58.802" v="1147" actId="1076"/>
        <pc:sldMkLst>
          <pc:docMk/>
          <pc:sldMk cId="2278993651" sldId="1994"/>
        </pc:sldMkLst>
        <pc:spChg chg="mod">
          <ac:chgData name="cgfa6170" userId="46cde8c4-1d5f-444e-a8bb-106eec3feaad" providerId="ADAL" clId="{A536451E-CB62-466F-86FB-D0FAE876C875}" dt="2025-10-21T16:52:47.838" v="1049"/>
          <ac:spMkLst>
            <pc:docMk/>
            <pc:sldMk cId="2278993651" sldId="1994"/>
            <ac:spMk id="6" creationId="{8F99F45E-6E11-42BE-BE28-1DC6881DC7CE}"/>
          </ac:spMkLst>
        </pc:spChg>
        <pc:spChg chg="del mod">
          <ac:chgData name="cgfa6170" userId="46cde8c4-1d5f-444e-a8bb-106eec3feaad" providerId="ADAL" clId="{A536451E-CB62-466F-86FB-D0FAE876C875}" dt="2025-10-21T16:53:15.499" v="1053" actId="931"/>
          <ac:spMkLst>
            <pc:docMk/>
            <pc:sldMk cId="2278993651" sldId="1994"/>
            <ac:spMk id="7" creationId="{2B8E83CA-CFAE-4900-9BEE-979834A48AFD}"/>
          </ac:spMkLst>
        </pc:spChg>
        <pc:picChg chg="add mod">
          <ac:chgData name="cgfa6170" userId="46cde8c4-1d5f-444e-a8bb-106eec3feaad" providerId="ADAL" clId="{A536451E-CB62-466F-86FB-D0FAE876C875}" dt="2025-10-21T16:53:49.765" v="1145" actId="1076"/>
          <ac:picMkLst>
            <pc:docMk/>
            <pc:sldMk cId="2278993651" sldId="1994"/>
            <ac:picMk id="3" creationId="{AC180B7A-5BD7-24CB-A403-A2373184BDCA}"/>
          </ac:picMkLst>
        </pc:picChg>
        <pc:picChg chg="add mod">
          <ac:chgData name="cgfa6170" userId="46cde8c4-1d5f-444e-a8bb-106eec3feaad" providerId="ADAL" clId="{A536451E-CB62-466F-86FB-D0FAE876C875}" dt="2025-10-21T16:53:58.802" v="1147" actId="1076"/>
          <ac:picMkLst>
            <pc:docMk/>
            <pc:sldMk cId="2278993651" sldId="1994"/>
            <ac:picMk id="5" creationId="{8449D0A2-DF05-691C-F2CB-60759E78504B}"/>
          </ac:picMkLst>
        </pc:picChg>
      </pc:sldChg>
      <pc:sldChg chg="addSp modSp add mod">
        <pc:chgData name="cgfa6170" userId="46cde8c4-1d5f-444e-a8bb-106eec3feaad" providerId="ADAL" clId="{A536451E-CB62-466F-86FB-D0FAE876C875}" dt="2025-10-21T16:48:48.198" v="1048" actId="167"/>
        <pc:sldMkLst>
          <pc:docMk/>
          <pc:sldMk cId="186997352" sldId="1995"/>
        </pc:sldMkLst>
        <pc:picChg chg="mod">
          <ac:chgData name="cgfa6170" userId="46cde8c4-1d5f-444e-a8bb-106eec3feaad" providerId="ADAL" clId="{A536451E-CB62-466F-86FB-D0FAE876C875}" dt="2025-10-21T16:47:33.749" v="1010" actId="1036"/>
          <ac:picMkLst>
            <pc:docMk/>
            <pc:sldMk cId="186997352" sldId="1995"/>
            <ac:picMk id="4" creationId="{19460011-92C7-7FA9-8B45-10329DCF4F3D}"/>
          </ac:picMkLst>
        </pc:picChg>
        <pc:picChg chg="mod">
          <ac:chgData name="cgfa6170" userId="46cde8c4-1d5f-444e-a8bb-106eec3feaad" providerId="ADAL" clId="{A536451E-CB62-466F-86FB-D0FAE876C875}" dt="2025-10-21T16:48:31.776" v="1036" actId="1076"/>
          <ac:picMkLst>
            <pc:docMk/>
            <pc:sldMk cId="186997352" sldId="1995"/>
            <ac:picMk id="5" creationId="{05801C14-BE92-5351-A9CD-1614845B80FB}"/>
          </ac:picMkLst>
        </pc:picChg>
        <pc:picChg chg="add mod ord">
          <ac:chgData name="cgfa6170" userId="46cde8c4-1d5f-444e-a8bb-106eec3feaad" providerId="ADAL" clId="{A536451E-CB62-466F-86FB-D0FAE876C875}" dt="2025-10-21T16:48:48.198" v="1048" actId="167"/>
          <ac:picMkLst>
            <pc:docMk/>
            <pc:sldMk cId="186997352" sldId="1995"/>
            <ac:picMk id="6" creationId="{B970B0AB-8214-3897-30EE-7F499544FDA2}"/>
          </ac:picMkLst>
        </pc:picChg>
      </pc:sldChg>
    </pc:docChg>
  </pc:docChgLst>
  <pc:docChgLst>
    <pc:chgData name="cgfa6170" userId="46cde8c4-1d5f-444e-a8bb-106eec3feaad" providerId="ADAL" clId="{00EBBFDD-0BDA-4A52-8023-407717A69C68}"/>
    <pc:docChg chg="undo custSel modSld">
      <pc:chgData name="cgfa6170" userId="46cde8c4-1d5f-444e-a8bb-106eec3feaad" providerId="ADAL" clId="{00EBBFDD-0BDA-4A52-8023-407717A69C68}" dt="2025-10-23T05:51:22.702" v="263" actId="20577"/>
      <pc:docMkLst>
        <pc:docMk/>
      </pc:docMkLst>
      <pc:sldChg chg="modSp mod">
        <pc:chgData name="cgfa6170" userId="46cde8c4-1d5f-444e-a8bb-106eec3feaad" providerId="ADAL" clId="{00EBBFDD-0BDA-4A52-8023-407717A69C68}" dt="2025-10-23T05:51:22.702" v="263" actId="20577"/>
        <pc:sldMkLst>
          <pc:docMk/>
          <pc:sldMk cId="108723299" sldId="745"/>
        </pc:sldMkLst>
        <pc:spChg chg="mod">
          <ac:chgData name="cgfa6170" userId="46cde8c4-1d5f-444e-a8bb-106eec3feaad" providerId="ADAL" clId="{00EBBFDD-0BDA-4A52-8023-407717A69C68}" dt="2025-10-23T05:51:22.702" v="263" actId="20577"/>
          <ac:spMkLst>
            <pc:docMk/>
            <pc:sldMk cId="108723299" sldId="745"/>
            <ac:spMk id="2" creationId="{1F1801E7-1C75-4533-8F2E-E1D0D70578CB}"/>
          </ac:spMkLst>
        </pc:spChg>
      </pc:sldChg>
      <pc:sldChg chg="addSp modSp mod">
        <pc:chgData name="cgfa6170" userId="46cde8c4-1d5f-444e-a8bb-106eec3feaad" providerId="ADAL" clId="{00EBBFDD-0BDA-4A52-8023-407717A69C68}" dt="2025-10-23T05:26:26.624" v="30" actId="1035"/>
        <pc:sldMkLst>
          <pc:docMk/>
          <pc:sldMk cId="223780093" sldId="1992"/>
        </pc:sldMkLst>
        <pc:spChg chg="add mod">
          <ac:chgData name="cgfa6170" userId="46cde8c4-1d5f-444e-a8bb-106eec3feaad" providerId="ADAL" clId="{00EBBFDD-0BDA-4A52-8023-407717A69C68}" dt="2025-10-23T05:26:26.624" v="30" actId="1035"/>
          <ac:spMkLst>
            <pc:docMk/>
            <pc:sldMk cId="223780093" sldId="1992"/>
            <ac:spMk id="2" creationId="{249DB017-BA6D-485F-9C72-B4BE52B5367A}"/>
          </ac:spMkLst>
        </pc:spChg>
        <pc:picChg chg="mod">
          <ac:chgData name="cgfa6170" userId="46cde8c4-1d5f-444e-a8bb-106eec3feaad" providerId="ADAL" clId="{00EBBFDD-0BDA-4A52-8023-407717A69C68}" dt="2025-10-23T05:26:09.602" v="23" actId="1076"/>
          <ac:picMkLst>
            <pc:docMk/>
            <pc:sldMk cId="223780093" sldId="1992"/>
            <ac:picMk id="3" creationId="{B5CA1C8E-798C-B72A-78D5-DBA220A3A4EA}"/>
          </ac:picMkLst>
        </pc:picChg>
      </pc:sldChg>
      <pc:sldChg chg="addSp modSp mod">
        <pc:chgData name="cgfa6170" userId="46cde8c4-1d5f-444e-a8bb-106eec3feaad" providerId="ADAL" clId="{00EBBFDD-0BDA-4A52-8023-407717A69C68}" dt="2025-10-23T05:29:33.157" v="250" actId="1582"/>
        <pc:sldMkLst>
          <pc:docMk/>
          <pc:sldMk cId="3570160849" sldId="1993"/>
        </pc:sldMkLst>
        <pc:spChg chg="add mod">
          <ac:chgData name="cgfa6170" userId="46cde8c4-1d5f-444e-a8bb-106eec3feaad" providerId="ADAL" clId="{00EBBFDD-0BDA-4A52-8023-407717A69C68}" dt="2025-10-23T05:28:39.783" v="228" actId="1076"/>
          <ac:spMkLst>
            <pc:docMk/>
            <pc:sldMk cId="3570160849" sldId="1993"/>
            <ac:spMk id="2" creationId="{8F5357CB-A4D8-427D-B948-1C42A172CA8A}"/>
          </ac:spMkLst>
        </pc:spChg>
        <pc:spChg chg="add mod">
          <ac:chgData name="cgfa6170" userId="46cde8c4-1d5f-444e-a8bb-106eec3feaad" providerId="ADAL" clId="{00EBBFDD-0BDA-4A52-8023-407717A69C68}" dt="2025-10-23T05:28:52.540" v="243" actId="14100"/>
          <ac:spMkLst>
            <pc:docMk/>
            <pc:sldMk cId="3570160849" sldId="1993"/>
            <ac:spMk id="5" creationId="{AB8701C2-106E-4BA0-BC31-D496EF32741D}"/>
          </ac:spMkLst>
        </pc:spChg>
        <pc:picChg chg="mod">
          <ac:chgData name="cgfa6170" userId="46cde8c4-1d5f-444e-a8bb-106eec3feaad" providerId="ADAL" clId="{00EBBFDD-0BDA-4A52-8023-407717A69C68}" dt="2025-10-23T05:28:34.095" v="227" actId="1076"/>
          <ac:picMkLst>
            <pc:docMk/>
            <pc:sldMk cId="3570160849" sldId="1993"/>
            <ac:picMk id="3" creationId="{45B5C1F3-DB10-7263-7A62-F945090869A0}"/>
          </ac:picMkLst>
        </pc:picChg>
        <pc:cxnChg chg="add mod">
          <ac:chgData name="cgfa6170" userId="46cde8c4-1d5f-444e-a8bb-106eec3feaad" providerId="ADAL" clId="{00EBBFDD-0BDA-4A52-8023-407717A69C68}" dt="2025-10-23T05:29:11.819" v="245" actId="1582"/>
          <ac:cxnSpMkLst>
            <pc:docMk/>
            <pc:sldMk cId="3570160849" sldId="1993"/>
            <ac:cxnSpMk id="7" creationId="{4C80BD23-7233-44CD-B81C-A91C434F7184}"/>
          </ac:cxnSpMkLst>
        </pc:cxnChg>
        <pc:cxnChg chg="add mod">
          <ac:chgData name="cgfa6170" userId="46cde8c4-1d5f-444e-a8bb-106eec3feaad" providerId="ADAL" clId="{00EBBFDD-0BDA-4A52-8023-407717A69C68}" dt="2025-10-23T05:29:33.157" v="250" actId="1582"/>
          <ac:cxnSpMkLst>
            <pc:docMk/>
            <pc:sldMk cId="3570160849" sldId="1993"/>
            <ac:cxnSpMk id="8" creationId="{2991A00D-07E2-4AA1-B6EB-7F66C7FCE24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85445-61BB-4A9E-8CE4-FCA3C00E7E5F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9CF0A-1952-4542-B417-7ADA8B0A68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68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E6E56-2372-9912-DBCA-24A2E0F72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08FF00-9D8C-615F-D63B-536DE05A4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5DD528-33CD-7FCB-D2BF-E1A8D609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24D274-7FA4-B32B-EA07-C73FAA3C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617B4B-C749-F39A-128D-58B772AC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53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3A98C0-E9AC-5A62-F38A-415BA228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60697-C2F0-1517-240E-403EDFA2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09400-D4E9-F23F-75E6-C654EC8C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A3C2D8-8174-161B-6320-AE2B1A02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8D56D4-9E5E-7BF5-4723-9E4B9883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023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B9B85A-329B-42FF-F56F-2B43E756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EB235A-3813-FA9C-CEBB-08F8A624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C4DE32-EAE6-50FD-F4AF-8C41F335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920CF2-013D-5734-2053-B747917A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0B9803-8C57-404F-911C-8CF3A7B0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2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87075-2746-6121-753B-184F8FF7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CDE20B-1B91-BA37-76BA-190E3E803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49D0F-1C29-0E25-FBF5-DBFCAC5A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1226C5-163F-463D-6EFA-CF40966B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4190BB-AA07-EAB3-D12E-8CD788E4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8DB4E3-D21C-8241-EFFA-17AC46A8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19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BBDC9-6019-06BA-F5F9-B0F8AC89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788C3B-E488-5E3A-DB07-4C7592F58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EA5225-E351-CE89-BA3C-CC56BD36B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AB4AA3-9F9F-0ABF-2B6D-E0A09C8D6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795640-4BD9-EA84-D633-64AB3AAD9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3428B67-C486-4885-F296-CA85B8A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A6FA727-0718-B307-B4D3-8686CD16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DDC70A-980B-6B41-750B-F7FFDFA3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96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A0DEE-35B1-474F-D5EB-43B7D5F9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63A91B-3FBC-516E-BCAC-218EF15AB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0572E3-B4FA-DA60-5108-7B7B9E59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84C198-C040-D3C0-4401-AE05D48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0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3675B7-51BD-7058-6F9C-5099EA30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337A67-3B53-80A3-638B-79AD510E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597285-63E6-D218-9578-BD61EB61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033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860EE7-5F0E-50E7-CA4F-A5109330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85FAC1-09F2-D3B2-5CFA-395020BF6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93D288-BB56-1BA5-00A8-F9E9B229E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B1D4D5-E013-C3A9-0BC7-C93C4AF9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B7EDB6-6085-7F9B-82DD-C65DE90E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4CD1B-A5A2-4B6D-03CD-CD5A69BD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73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9D7377-B108-EBEE-BEF0-3CECCFC7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45A1DB-EDA5-33DE-FAA5-91FFDDB0E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1C0971-75C5-DD24-3F0A-342BFE0A5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C54A36-747F-BB44-086C-1EBE6E1F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6974B2-114D-CBF7-C7E8-89241320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9A6FAD-46DB-8943-92BF-A7548380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39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049D0-D819-1B82-FE9A-A0DDD59A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8B8451-6BDC-68AA-67C1-8F5A2B27C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E45450-8114-C44E-CFED-8ECEE61A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907EF9-15A7-B406-66F8-73A186A3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4E51B-C94D-D173-AEEB-3651C192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59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7CE8D9-90F2-D1F3-D06B-1C331A44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C2262A-16FF-4E64-3372-B111261BC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9E3824-8AB3-3ABD-0887-616BB13C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943EC-CCAE-AFA1-6816-A894F5F2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3F377-1039-9CC9-ED38-68CE9706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085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274902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 userDrawn="1"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 userDrawn="1"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 userDrawn="1"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7092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6A3EB2-FE36-074A-498B-657BD450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A415AB-62B4-25C7-423E-D0B0DDFE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C66712-30A2-8893-EA24-D3181E454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939C2-036B-4436-A96A-EE5594167CB6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8A3D9-652F-8874-7625-80E0F3B90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70D5AE-5617-357C-D97C-4E7FFE307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741CA-D12C-4C95-ABBD-300CA4C74F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8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8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142.png"/><Relationship Id="rId4" Type="http://schemas.openxmlformats.org/officeDocument/2006/relationships/image" Target="../media/image6.png"/><Relationship Id="rId9" Type="http://schemas.openxmlformats.org/officeDocument/2006/relationships/image" Target="../media/image14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/>
              <a:t>回経過報告</a:t>
            </a:r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80C38-3575-C095-D687-DFE07809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4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11A8AD2-C8F9-1758-BD6E-179C1840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07" y="1284114"/>
            <a:ext cx="8820000" cy="175325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C5C0D31-3C42-9F74-95FA-3F16D5589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3458838"/>
            <a:ext cx="8878707" cy="2146133"/>
          </a:xfrm>
          <a:prstGeom prst="rect">
            <a:avLst/>
          </a:prstGeom>
        </p:spPr>
      </p:pic>
      <p:sp>
        <p:nvSpPr>
          <p:cNvPr id="6" name="タイトル 2">
            <a:extLst>
              <a:ext uri="{FF2B5EF4-FFF2-40B4-BE49-F238E27FC236}">
                <a16:creationId xmlns:a16="http://schemas.microsoft.com/office/drawing/2014/main" id="{037E271D-B63C-DAA1-CA7E-4D336612C750}"/>
              </a:ext>
            </a:extLst>
          </p:cNvPr>
          <p:cNvSpPr txBox="1">
            <a:spLocks/>
          </p:cNvSpPr>
          <p:nvPr/>
        </p:nvSpPr>
        <p:spPr>
          <a:xfrm>
            <a:off x="2071233" y="5895078"/>
            <a:ext cx="8048446" cy="646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tx1"/>
                </a:solidFill>
              </a:rPr>
              <a:t>KF </a:t>
            </a:r>
            <a:r>
              <a:rPr lang="en-US" altLang="ja-JP" sz="3200" dirty="0">
                <a:solidFill>
                  <a:schemeClr val="tx1"/>
                </a:solidFill>
              </a:rPr>
              <a:t>(also known as Extended KF)</a:t>
            </a:r>
            <a:endParaRPr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四角形吹き出し 8">
            <a:extLst>
              <a:ext uri="{FF2B5EF4-FFF2-40B4-BE49-F238E27FC236}">
                <a16:creationId xmlns:a16="http://schemas.microsoft.com/office/drawing/2014/main" id="{408D9528-E3D2-25EA-289B-306BE719DACF}"/>
              </a:ext>
            </a:extLst>
          </p:cNvPr>
          <p:cNvSpPr/>
          <p:nvPr/>
        </p:nvSpPr>
        <p:spPr>
          <a:xfrm>
            <a:off x="7416798" y="78023"/>
            <a:ext cx="3199269" cy="922259"/>
          </a:xfrm>
          <a:prstGeom prst="wedgeRectCallout">
            <a:avLst>
              <a:gd name="adj1" fmla="val -35194"/>
              <a:gd name="adj2" fmla="val 8453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C7D0D2-7531-9779-A02F-C37E945B1AFF}"/>
              </a:ext>
            </a:extLst>
          </p:cNvPr>
          <p:cNvSpPr txBox="1"/>
          <p:nvPr/>
        </p:nvSpPr>
        <p:spPr>
          <a:xfrm>
            <a:off x="7416798" y="78022"/>
            <a:ext cx="31341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An additional treatment</a:t>
            </a:r>
          </a:p>
          <a:p>
            <a:pPr algn="ctr"/>
            <a:r>
              <a:rPr lang="en-US" altLang="ja-JP" dirty="0">
                <a:solidFill>
                  <a:schemeClr val="accent1"/>
                </a:solidFill>
              </a:rPr>
              <a:t>will be needed.</a:t>
            </a:r>
          </a:p>
          <a:p>
            <a:pPr algn="ctr"/>
            <a:r>
              <a:rPr lang="en-US" altLang="ja-JP" dirty="0">
                <a:solidFill>
                  <a:schemeClr val="accent1"/>
                </a:solidFill>
              </a:rPr>
              <a:t>Let’s think about by your self.</a:t>
            </a:r>
            <a:endParaRPr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98258A-1ABF-F59B-D62A-CA7591FD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200" dirty="0"/>
              <a:t>Kalman Filter Algorithm</a:t>
            </a:r>
            <a:endParaRPr kumimoji="1" lang="ja-JP" altLang="en-US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2C4696C7-202C-D9AA-71CE-07BCCE8D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781" y="4401982"/>
            <a:ext cx="4995394" cy="2017868"/>
          </a:xfrm>
          <a:prstGeom prst="flowChartProcess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E34C031-D56E-EBB8-897C-BEEDA131C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17" y="2504368"/>
            <a:ext cx="2728626" cy="1447800"/>
          </a:xfrm>
          <a:prstGeom prst="flowChartProcess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0F3CB4D-9712-656A-8C7B-2B458D87A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777" y="1816224"/>
            <a:ext cx="12105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Prediction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(</a:t>
            </a:r>
            <a:r>
              <a:rPr lang="en-US" altLang="ja-JP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t</a:t>
            </a: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-1 </a:t>
            </a: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  <a:sym typeface="Wingdings" panose="05000000000000000000" pitchFamily="2" charset="2"/>
              </a:rPr>
              <a:t> </a:t>
            </a:r>
            <a:r>
              <a:rPr lang="en-US" altLang="ja-JP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  <a:sym typeface="Wingdings" panose="05000000000000000000" pitchFamily="2" charset="2"/>
              </a:rPr>
              <a:t>t</a:t>
            </a: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)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7732539-F3AA-31E7-1F91-894B02AF6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225" y="1036238"/>
            <a:ext cx="2133600" cy="533400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p:cxnSp>
        <p:nvCxnSpPr>
          <p:cNvPr id="8" name="AutoShape 10">
            <a:extLst>
              <a:ext uri="{FF2B5EF4-FFF2-40B4-BE49-F238E27FC236}">
                <a16:creationId xmlns:a16="http://schemas.microsoft.com/office/drawing/2014/main" id="{B7E27B17-DED4-D082-7EDA-6E222CE2C7C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116275" y="1584203"/>
            <a:ext cx="0" cy="89055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AutoShape 11">
            <a:extLst>
              <a:ext uri="{FF2B5EF4-FFF2-40B4-BE49-F238E27FC236}">
                <a16:creationId xmlns:a16="http://schemas.microsoft.com/office/drawing/2014/main" id="{443CAB13-A242-97DD-5D63-C0AA0C465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118" y="4515105"/>
            <a:ext cx="2133600" cy="533400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400511EF-CC2D-1D87-3904-8F9280538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475" y="4017054"/>
            <a:ext cx="10438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A</a:t>
            </a:r>
            <a:r>
              <a:rPr lang="en-US" altLang="ja-JP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nalysis</a:t>
            </a:r>
            <a:endParaRPr lang="en-US" altLang="ja-JP" dirty="0">
              <a:solidFill>
                <a:srgbClr val="000000"/>
              </a:solidFill>
              <a:latin typeface="Arial" panose="020B0604020202020204" pitchFamily="34" charset="0"/>
              <a:ea typeface="ＭＳ Ｐゴシック" pitchFamily="50" charset="-128"/>
            </a:endParaRPr>
          </a:p>
        </p:txBody>
      </p:sp>
      <p:cxnSp>
        <p:nvCxnSpPr>
          <p:cNvPr id="11" name="AutoShape 23">
            <a:extLst>
              <a:ext uri="{FF2B5EF4-FFF2-40B4-BE49-F238E27FC236}">
                <a16:creationId xmlns:a16="http://schemas.microsoft.com/office/drawing/2014/main" id="{4551756E-EB20-FF7B-5A97-D41A53EFF81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488277" y="3757709"/>
            <a:ext cx="0" cy="61915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9">
                <a:extLst>
                  <a:ext uri="{FF2B5EF4-FFF2-40B4-BE49-F238E27FC236}">
                    <a16:creationId xmlns:a16="http://schemas.microsoft.com/office/drawing/2014/main" id="{BC2F0DE5-D28F-2B64-A79D-172EFB30B0F2}"/>
                  </a:ext>
                </a:extLst>
              </p:cNvPr>
              <p:cNvSpPr txBox="1"/>
              <p:nvPr/>
            </p:nvSpPr>
            <p:spPr bwMode="auto">
              <a:xfrm>
                <a:off x="2516175" y="1074338"/>
                <a:ext cx="10668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2" name="Object 9">
                <a:extLst>
                  <a:ext uri="{FF2B5EF4-FFF2-40B4-BE49-F238E27FC236}">
                    <a16:creationId xmlns:a16="http://schemas.microsoft.com/office/drawing/2014/main" id="{BC2F0DE5-D28F-2B64-A79D-172EFB30B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6175" y="1074338"/>
                <a:ext cx="1066800" cy="533400"/>
              </a:xfrm>
              <a:prstGeom prst="rect">
                <a:avLst/>
              </a:prstGeom>
              <a:blipFill>
                <a:blip r:embed="rId2"/>
                <a:stretch>
                  <a:fillRect r="-33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02DDBED-342E-3C58-5048-8E1BD5863238}"/>
                  </a:ext>
                </a:extLst>
              </p:cNvPr>
              <p:cNvSpPr/>
              <p:nvPr/>
            </p:nvSpPr>
            <p:spPr>
              <a:xfrm>
                <a:off x="1853619" y="2882097"/>
                <a:ext cx="2463623" cy="515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altLang="ja-JP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600" b="1">
                          <a:latin typeface="Cambria Math" panose="02040503050406030204" pitchFamily="18" charset="0"/>
                        </a:rPr>
                        <m:t>𝐌</m:t>
                      </m:r>
                      <m:sSubSup>
                        <m:sSubSup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6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p>
                        <m:sSup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600" b="1">
                              <a:latin typeface="Cambria Math" panose="02040503050406030204" pitchFamily="18" charset="0"/>
                            </a:rPr>
                            <m:t>𝐌</m:t>
                          </m:r>
                        </m:e>
                        <m:sup>
                          <m:r>
                            <a:rPr lang="en-US" altLang="ja-JP" sz="2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ja-JP" altLang="en-US" sz="2600" b="1" dirty="0"/>
              </a:p>
            </p:txBody>
          </p:sp>
        </mc:Choice>
        <mc:Fallback xmlns=""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02DDBED-342E-3C58-5048-8E1BD58632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619" y="2882097"/>
                <a:ext cx="2463623" cy="5150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D5B769EB-993A-0317-2161-A67FC507DFD8}"/>
                  </a:ext>
                </a:extLst>
              </p:cNvPr>
              <p:cNvSpPr txBox="1"/>
              <p:nvPr/>
            </p:nvSpPr>
            <p:spPr bwMode="auto">
              <a:xfrm>
                <a:off x="2621012" y="4522632"/>
                <a:ext cx="10668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ja-JP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D5B769EB-993A-0317-2161-A67FC507D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1012" y="4522632"/>
                <a:ext cx="10668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41F205E5-7B4E-90C2-954B-638B75AA0498}"/>
                  </a:ext>
                </a:extLst>
              </p:cNvPr>
              <p:cNvSpPr txBox="1"/>
              <p:nvPr/>
            </p:nvSpPr>
            <p:spPr bwMode="auto">
              <a:xfrm>
                <a:off x="1980620" y="2519065"/>
                <a:ext cx="2209623" cy="576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ja-JP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ja-JP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ja-JP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ja-JP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600" dirty="0"/>
              </a:p>
            </p:txBody>
          </p:sp>
        </mc:Choice>
        <mc:Fallback xmlns="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41F205E5-7B4E-90C2-954B-638B75AA0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0620" y="2519065"/>
                <a:ext cx="2209623" cy="5762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AutoShape 10">
            <a:extLst>
              <a:ext uri="{FF2B5EF4-FFF2-40B4-BE49-F238E27FC236}">
                <a16:creationId xmlns:a16="http://schemas.microsoft.com/office/drawing/2014/main" id="{CD22811A-6B13-3895-14AB-7BCDAF0F0E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4200" y="3946847"/>
            <a:ext cx="1600" cy="576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 Box 6">
            <a:extLst>
              <a:ext uri="{FF2B5EF4-FFF2-40B4-BE49-F238E27FC236}">
                <a16:creationId xmlns:a16="http://schemas.microsoft.com/office/drawing/2014/main" id="{424E18B6-C8E9-BCA9-279F-07E0866A0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4858" y="4134415"/>
            <a:ext cx="14157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Background</a:t>
            </a: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CE38593D-3498-2AC7-FE94-547498DF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118" y="5773582"/>
            <a:ext cx="2133600" cy="533400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8845E4DD-D7E7-B6D4-91D8-2D8987AD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4858" y="5393147"/>
            <a:ext cx="1544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50" charset="-128"/>
              </a:rPr>
              <a:t>Observations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6">
                <a:extLst>
                  <a:ext uri="{FF2B5EF4-FFF2-40B4-BE49-F238E27FC236}">
                    <a16:creationId xmlns:a16="http://schemas.microsoft.com/office/drawing/2014/main" id="{297EAE0D-E0C5-7762-E2F5-BB9E74A44948}"/>
                  </a:ext>
                </a:extLst>
              </p:cNvPr>
              <p:cNvSpPr txBox="1"/>
              <p:nvPr/>
            </p:nvSpPr>
            <p:spPr bwMode="auto">
              <a:xfrm>
                <a:off x="2553543" y="5810104"/>
                <a:ext cx="1155802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0" name="Object 16">
                <a:extLst>
                  <a:ext uri="{FF2B5EF4-FFF2-40B4-BE49-F238E27FC236}">
                    <a16:creationId xmlns:a16="http://schemas.microsoft.com/office/drawing/2014/main" id="{297EAE0D-E0C5-7762-E2F5-BB9E74A44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3543" y="5810104"/>
                <a:ext cx="1155802" cy="533400"/>
              </a:xfrm>
              <a:prstGeom prst="rect">
                <a:avLst/>
              </a:prstGeom>
              <a:blipFill>
                <a:blip r:embed="rId6"/>
                <a:stretch>
                  <a:fillRect l="-2116" r="-21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AutoShape 10">
            <a:extLst>
              <a:ext uri="{FF2B5EF4-FFF2-40B4-BE49-F238E27FC236}">
                <a16:creationId xmlns:a16="http://schemas.microsoft.com/office/drawing/2014/main" id="{3D045364-EA28-B183-A8BC-A19B742FEB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1781" y="4824175"/>
            <a:ext cx="16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10">
            <a:extLst>
              <a:ext uri="{FF2B5EF4-FFF2-40B4-BE49-F238E27FC236}">
                <a16:creationId xmlns:a16="http://schemas.microsoft.com/office/drawing/2014/main" id="{309AB0D0-AC9C-4AAF-87D3-D7632AC4BE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1781" y="6076804"/>
            <a:ext cx="16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1FAD8683-C4BB-2DB2-13EC-33913B1EA17D}"/>
                  </a:ext>
                </a:extLst>
              </p:cNvPr>
              <p:cNvSpPr/>
              <p:nvPr/>
            </p:nvSpPr>
            <p:spPr>
              <a:xfrm>
                <a:off x="5855877" y="4452306"/>
                <a:ext cx="4903009" cy="6905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ja-JP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p>
                        <m:s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800" b="1">
                                  <a:latin typeface="Cambria Math" panose="02040503050406030204" pitchFamily="18" charset="0"/>
                                </a:rPr>
                                <m:t>𝐇</m:t>
                              </m:r>
                              <m:sSubSup>
                                <m:sSubSupPr>
                                  <m:ctrlPr>
                                    <a:rPr lang="ja-JP" altLang="en-US" sz="28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ja-JP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ja-JP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𝑖𝑛𝑓</m:t>
                                  </m:r>
                                </m:sub>
                                <m:sup>
                                  <m:r>
                                    <a:rPr lang="en-US" altLang="ja-JP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800" b="1">
                                      <a:latin typeface="Cambria Math" panose="02040503050406030204" pitchFamily="18" charset="0"/>
                                    </a:rPr>
                                    <m:t>𝐇</m:t>
                                  </m:r>
                                </m:e>
                                <m:sup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ja-JP" sz="28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800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d>
                        </m:e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1FAD8683-C4BB-2DB2-13EC-33913B1EA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877" y="4452306"/>
                <a:ext cx="4903009" cy="6905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E2F66C01-1D7D-283F-211B-23F896A5B3A6}"/>
                  </a:ext>
                </a:extLst>
              </p:cNvPr>
              <p:cNvSpPr/>
              <p:nvPr/>
            </p:nvSpPr>
            <p:spPr>
              <a:xfrm>
                <a:off x="5866256" y="5785555"/>
                <a:ext cx="3292889" cy="6063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ja-JP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sz="28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b>
                              <m:r>
                                <a:rPr lang="ja-JP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</m:d>
                      <m:sSubSup>
                        <m:sSubSupPr>
                          <m:ctrlPr>
                            <a:rPr lang="ja-JP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</m:oMath>
                  </m:oMathPara>
                </a14:m>
                <a:endParaRPr lang="en-US" altLang="ja-JP" sz="2800" b="1" dirty="0"/>
              </a:p>
            </p:txBody>
          </p:sp>
        </mc:Choice>
        <mc:Fallback xmlns=""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E2F66C01-1D7D-283F-211B-23F896A5B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256" y="5785555"/>
                <a:ext cx="3292889" cy="6063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3EA33880-94BE-8ED9-3237-D7A6BF681CDF}"/>
                  </a:ext>
                </a:extLst>
              </p:cNvPr>
              <p:cNvSpPr/>
              <p:nvPr/>
            </p:nvSpPr>
            <p:spPr>
              <a:xfrm>
                <a:off x="5887432" y="5159352"/>
                <a:ext cx="4383058" cy="5373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altLang="ja-JP" sz="28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sSubSup>
                        <m:sSubSupPr>
                          <m:ctrlP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ja-JP" altLang="en-US" sz="28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ja-JP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ja-JP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3EA33880-94BE-8ED9-3237-D7A6BF681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432" y="5159352"/>
                <a:ext cx="4383058" cy="5373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utoShape 8">
            <a:extLst>
              <a:ext uri="{FF2B5EF4-FFF2-40B4-BE49-F238E27FC236}">
                <a16:creationId xmlns:a16="http://schemas.microsoft.com/office/drawing/2014/main" id="{B02A2FDA-7EDD-B3F8-1054-BA1D443E6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7399" y="3195734"/>
            <a:ext cx="2133600" cy="533400"/>
          </a:xfrm>
          <a:prstGeom prst="flowChartInputOutpu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Times New Roman" pitchFamily="18" charset="0"/>
              <a:ea typeface="ＭＳ Ｐゴシック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9">
                <a:extLst>
                  <a:ext uri="{FF2B5EF4-FFF2-40B4-BE49-F238E27FC236}">
                    <a16:creationId xmlns:a16="http://schemas.microsoft.com/office/drawing/2014/main" id="{B6B50CC5-97D5-995C-21AC-68043B526411}"/>
                  </a:ext>
                </a:extLst>
              </p:cNvPr>
              <p:cNvSpPr txBox="1"/>
              <p:nvPr/>
            </p:nvSpPr>
            <p:spPr bwMode="auto">
              <a:xfrm>
                <a:off x="8969374" y="3233834"/>
                <a:ext cx="10668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ja-JP" altLang="en-US" sz="2400" dirty="0"/>
              </a:p>
            </p:txBody>
          </p:sp>
        </mc:Choice>
        <mc:Fallback xmlns="">
          <p:sp>
            <p:nvSpPr>
              <p:cNvPr id="27" name="Object 9">
                <a:extLst>
                  <a:ext uri="{FF2B5EF4-FFF2-40B4-BE49-F238E27FC236}">
                    <a16:creationId xmlns:a16="http://schemas.microsoft.com/office/drawing/2014/main" id="{B6B50CC5-97D5-995C-21AC-68043B526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9374" y="3233834"/>
                <a:ext cx="1066800" cy="533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カギ線コネクタ 17">
            <a:extLst>
              <a:ext uri="{FF2B5EF4-FFF2-40B4-BE49-F238E27FC236}">
                <a16:creationId xmlns:a16="http://schemas.microsoft.com/office/drawing/2014/main" id="{D2ADB6C4-8D39-4CDB-0EC7-DF0AAFC90458}"/>
              </a:ext>
            </a:extLst>
          </p:cNvPr>
          <p:cNvCxnSpPr>
            <a:stCxn id="26" idx="1"/>
          </p:cNvCxnSpPr>
          <p:nvPr/>
        </p:nvCxnSpPr>
        <p:spPr>
          <a:xfrm rot="16200000" flipV="1">
            <a:off x="5842222" y="-436243"/>
            <a:ext cx="1892796" cy="5371158"/>
          </a:xfrm>
          <a:prstGeom prst="bentConnector2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A29839D-7896-B113-FC7B-B6734F8E2155}"/>
              </a:ext>
            </a:extLst>
          </p:cNvPr>
          <p:cNvSpPr txBox="1"/>
          <p:nvPr/>
        </p:nvSpPr>
        <p:spPr>
          <a:xfrm>
            <a:off x="8117963" y="943765"/>
            <a:ext cx="1628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i="1" dirty="0"/>
              <a:t>next time step</a:t>
            </a:r>
            <a:endParaRPr lang="ja-JP" alt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F1EE15D3-1932-9EBC-1A03-37C1F1AA8D8C}"/>
                  </a:ext>
                </a:extLst>
              </p:cNvPr>
              <p:cNvSpPr txBox="1"/>
              <p:nvPr/>
            </p:nvSpPr>
            <p:spPr bwMode="auto">
              <a:xfrm>
                <a:off x="1703035" y="3383138"/>
                <a:ext cx="2856817" cy="50674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ja-JP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ja-JP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ja-JP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ja-JP" altLang="en-US" sz="3200" dirty="0"/>
              </a:p>
            </p:txBody>
          </p:sp>
        </mc:Choice>
        <mc:Fallback xmlns="">
          <p:sp>
            <p:nvSpPr>
              <p:cNvPr id="3" name="Object 6">
                <a:extLst>
                  <a:ext uri="{FF2B5EF4-FFF2-40B4-BE49-F238E27FC236}">
                    <a16:creationId xmlns:a16="http://schemas.microsoft.com/office/drawing/2014/main" id="{F1EE15D3-1932-9EBC-1A03-37C1F1AA8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035" y="3383138"/>
                <a:ext cx="2856817" cy="5067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1628B4D-7740-9837-38ED-4D93A62FFF3A}"/>
              </a:ext>
            </a:extLst>
          </p:cNvPr>
          <p:cNvSpPr txBox="1"/>
          <p:nvPr/>
        </p:nvSpPr>
        <p:spPr>
          <a:xfrm>
            <a:off x="4544275" y="3248475"/>
            <a:ext cx="3709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インフレーション</a:t>
            </a:r>
            <a:r>
              <a:rPr kumimoji="1" lang="en-US" altLang="ja-JP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δ</a:t>
            </a:r>
            <a:r>
              <a:rPr kumimoji="1"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</a:t>
            </a:r>
            <a:r>
              <a:rPr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掛ける</a:t>
            </a:r>
            <a:endParaRPr lang="en-US" altLang="ja-JP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理由：</a:t>
            </a:r>
            <a:r>
              <a:rPr kumimoji="1"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の誤差、</a:t>
            </a:r>
            <a:r>
              <a:rPr lang="en-US" altLang="ja-JP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の誤差を考慮できてない→誤差が過小評価</a:t>
            </a:r>
            <a:endParaRPr kumimoji="1" lang="en-US" altLang="ja-JP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E9901B4-0E81-B503-6012-18E29DEB0484}"/>
                  </a:ext>
                </a:extLst>
              </p:cNvPr>
              <p:cNvSpPr/>
              <p:nvPr/>
            </p:nvSpPr>
            <p:spPr>
              <a:xfrm>
                <a:off x="4952848" y="2720629"/>
                <a:ext cx="2892395" cy="507639"/>
              </a:xfrm>
              <a:prstGeom prst="rect">
                <a:avLst/>
              </a:prstGeom>
              <a:ln w="28575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6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600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altLang="ja-JP" sz="26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600" b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𝐌</m:t>
                    </m:r>
                    <m:sSubSup>
                      <m:sSubSupPr>
                        <m:ctrlP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600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sSup>
                      <m:sSupPr>
                        <m:ctrlP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600" b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  <m:sup>
                        <m:r>
                          <a:rPr lang="en-US" altLang="ja-JP" sz="26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ja-JP" sz="2600" b="1" dirty="0">
                    <a:solidFill>
                      <a:schemeClr val="bg2">
                        <a:lumMod val="50000"/>
                      </a:schemeClr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ja-JP" sz="2600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endParaRPr lang="ja-JP" altLang="en-US" sz="2600" b="1" dirty="0"/>
              </a:p>
            </p:txBody>
          </p:sp>
        </mc:Choice>
        <mc:Fallback xmlns="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E9901B4-0E81-B503-6012-18E29DEB04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848" y="2720629"/>
                <a:ext cx="2892395" cy="507639"/>
              </a:xfrm>
              <a:prstGeom prst="rect">
                <a:avLst/>
              </a:prstGeom>
              <a:blipFill>
                <a:blip r:embed="rId12"/>
                <a:stretch>
                  <a:fillRect t="-4494" b="-24719"/>
                </a:stretch>
              </a:blipFill>
              <a:ln w="28575">
                <a:solidFill>
                  <a:schemeClr val="bg2">
                    <a:lumMod val="25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69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Analysis</a:t>
            </a:r>
            <a:r>
              <a:rPr lang="ja-JP" altLang="en-US" dirty="0"/>
              <a:t> </a:t>
            </a:r>
            <a:r>
              <a:rPr lang="en-US" altLang="ja-JP" dirty="0"/>
              <a:t>RMSE</a:t>
            </a:r>
            <a:endParaRPr kumimoji="1" lang="ja-JP" altLang="en-US" dirty="0"/>
          </a:p>
        </p:txBody>
      </p:sp>
      <p:pic>
        <p:nvPicPr>
          <p:cNvPr id="3" name="図 2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56949E4A-B746-CDB7-B29F-9FA6E2F35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61" b="50000"/>
          <a:stretch>
            <a:fillRect/>
          </a:stretch>
        </p:blipFill>
        <p:spPr>
          <a:xfrm>
            <a:off x="6095998" y="1014407"/>
            <a:ext cx="4320000" cy="2181138"/>
          </a:xfrm>
          <a:prstGeom prst="rect">
            <a:avLst/>
          </a:prstGeom>
          <a:ln w="38100">
            <a:solidFill>
              <a:srgbClr val="3333FF"/>
            </a:solidFill>
            <a:prstDash val="sysDot"/>
          </a:ln>
        </p:spPr>
      </p:pic>
      <p:pic>
        <p:nvPicPr>
          <p:cNvPr id="4" name="図 3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A872B965-BEFA-4612-7D8D-D99E39729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39"/>
          <a:stretch>
            <a:fillRect/>
          </a:stretch>
        </p:blipFill>
        <p:spPr>
          <a:xfrm>
            <a:off x="6095998" y="3295451"/>
            <a:ext cx="4320000" cy="2157032"/>
          </a:xfrm>
          <a:prstGeom prst="rect">
            <a:avLst/>
          </a:prstGeom>
          <a:ln w="38100">
            <a:solidFill>
              <a:srgbClr val="00B050"/>
            </a:solidFill>
            <a:prstDash val="sysDot"/>
          </a:ln>
        </p:spPr>
      </p:pic>
      <p:pic>
        <p:nvPicPr>
          <p:cNvPr id="8" name="図 7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FBCEF9A3-C447-65BF-8008-E9FE00BB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39"/>
          <a:stretch>
            <a:fillRect/>
          </a:stretch>
        </p:blipFill>
        <p:spPr>
          <a:xfrm>
            <a:off x="422553" y="875990"/>
            <a:ext cx="5400000" cy="2696283"/>
          </a:xfrm>
          <a:prstGeom prst="rect">
            <a:avLst/>
          </a:prstGeom>
        </p:spPr>
      </p:pic>
      <p:pic>
        <p:nvPicPr>
          <p:cNvPr id="9" name="図 8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BCCB5B18-C902-86B1-A0EC-ED3DCDE6A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56" b="25182"/>
          <a:stretch>
            <a:fillRect/>
          </a:stretch>
        </p:blipFill>
        <p:spPr>
          <a:xfrm>
            <a:off x="696002" y="3777691"/>
            <a:ext cx="4500000" cy="2246907"/>
          </a:xfrm>
          <a:prstGeom prst="rect">
            <a:avLst/>
          </a:prstGeom>
          <a:ln w="38100">
            <a:solidFill>
              <a:srgbClr val="FF00FF"/>
            </a:solidFill>
            <a:prstDash val="sysDot"/>
          </a:ln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61308D1-CB2E-F0B7-16A6-C71116762F52}"/>
              </a:ext>
            </a:extLst>
          </p:cNvPr>
          <p:cNvSpPr/>
          <p:nvPr/>
        </p:nvSpPr>
        <p:spPr>
          <a:xfrm>
            <a:off x="696002" y="980808"/>
            <a:ext cx="866098" cy="2319546"/>
          </a:xfrm>
          <a:prstGeom prst="rect">
            <a:avLst/>
          </a:prstGeom>
          <a:noFill/>
          <a:ln w="28575" cap="flat" cmpd="sng" algn="ctr">
            <a:solidFill>
              <a:srgbClr val="3333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953C739-DE44-2B6A-7056-0BFEA88A0999}"/>
              </a:ext>
            </a:extLst>
          </p:cNvPr>
          <p:cNvSpPr/>
          <p:nvPr/>
        </p:nvSpPr>
        <p:spPr>
          <a:xfrm>
            <a:off x="6300191" y="1135323"/>
            <a:ext cx="466724" cy="1828327"/>
          </a:xfrm>
          <a:prstGeom prst="rect">
            <a:avLst/>
          </a:prstGeom>
          <a:noFill/>
          <a:ln w="28575" cap="flat" cmpd="sng" algn="ctr">
            <a:solidFill>
              <a:srgbClr val="0AC8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B71F704-A947-BEBD-C88F-66E8F48A6B79}"/>
              </a:ext>
            </a:extLst>
          </p:cNvPr>
          <p:cNvSpPr/>
          <p:nvPr/>
        </p:nvSpPr>
        <p:spPr>
          <a:xfrm>
            <a:off x="4840274" y="975905"/>
            <a:ext cx="866098" cy="2319546"/>
          </a:xfrm>
          <a:prstGeom prst="rect">
            <a:avLst/>
          </a:prstGeom>
          <a:noFill/>
          <a:ln w="28575" cap="flat" cmpd="sng" algn="ctr">
            <a:solidFill>
              <a:srgbClr val="FF00FF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3DF862-584A-D667-806B-51D97BF550F3}"/>
              </a:ext>
            </a:extLst>
          </p:cNvPr>
          <p:cNvSpPr txBox="1"/>
          <p:nvPr/>
        </p:nvSpPr>
        <p:spPr>
          <a:xfrm>
            <a:off x="6300191" y="5473005"/>
            <a:ext cx="52917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=== Average RMSE from Day 10 to Day 300 ===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Inflation 0.0%: Average RMSE = 3.494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Inflation 3.0%: Average RMSE = 2.489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Inflation 5.0%: Average RMSE = 2.456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Inflation 10.0%: Average RMSE = 0.218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Inflation 20.0%: Average RMSE = 0.260</a:t>
            </a:r>
            <a:endParaRPr kumimoji="0" lang="en-US" altLang="ja-JP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5693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Sensitivity to Infl. Factor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en-US" altLang="ja-JP" dirty="0"/>
              <a:t>Inflation ration</a:t>
            </a:r>
            <a:r>
              <a:rPr lang="ja-JP" altLang="en-US" dirty="0"/>
              <a:t>が</a:t>
            </a:r>
            <a:r>
              <a:rPr lang="en-US" altLang="ja-JP" dirty="0"/>
              <a:t>0.1(10%)</a:t>
            </a:r>
            <a:r>
              <a:rPr lang="ja-JP" altLang="en-US" dirty="0"/>
              <a:t>までは</a:t>
            </a:r>
            <a:r>
              <a:rPr lang="en-US" altLang="ja-JP" dirty="0"/>
              <a:t>Average RMSE</a:t>
            </a:r>
            <a:r>
              <a:rPr lang="ja-JP" altLang="en-US" dirty="0"/>
              <a:t>が改善したが、それ以降は悪化</a:t>
            </a:r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5CA1C8E-798C-B72A-78D5-DBA220A3A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0" y="1488938"/>
            <a:ext cx="9000000" cy="5369062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249DB017-BA6D-485F-9C72-B4BE52B5367A}"/>
              </a:ext>
            </a:extLst>
          </p:cNvPr>
          <p:cNvSpPr/>
          <p:nvPr/>
        </p:nvSpPr>
        <p:spPr>
          <a:xfrm>
            <a:off x="6234546" y="6059055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8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タイトル 5">
                <a:extLst>
                  <a:ext uri="{FF2B5EF4-FFF2-40B4-BE49-F238E27FC236}">
                    <a16:creationId xmlns:a16="http://schemas.microsoft.com/office/drawing/2014/main" id="{8F99F45E-6E11-42BE-BE28-1DC6881DC7C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ja-JP" dirty="0"/>
                  <a:t>FCST Error Covariance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タイトル 5">
                <a:extLst>
                  <a:ext uri="{FF2B5EF4-FFF2-40B4-BE49-F238E27FC236}">
                    <a16:creationId xmlns:a16="http://schemas.microsoft.com/office/drawing/2014/main" id="{8F99F45E-6E11-42BE-BE28-1DC6881DC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20" t="-9346" b="-224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45B5C1F3-DB10-7263-7A62-F94509086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393" y="1335727"/>
            <a:ext cx="7095213" cy="5580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5357CB-A4D8-427D-B948-1C42A172CA8A}"/>
              </a:ext>
            </a:extLst>
          </p:cNvPr>
          <p:cNvSpPr txBox="1"/>
          <p:nvPr/>
        </p:nvSpPr>
        <p:spPr>
          <a:xfrm>
            <a:off x="487872" y="3576782"/>
            <a:ext cx="176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予報日数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8701C2-106E-4BA0-BC31-D496EF32741D}"/>
              </a:ext>
            </a:extLst>
          </p:cNvPr>
          <p:cNvSpPr txBox="1"/>
          <p:nvPr/>
        </p:nvSpPr>
        <p:spPr>
          <a:xfrm>
            <a:off x="5138381" y="863662"/>
            <a:ext cx="2500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インフレーション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4C80BD23-7233-44CD-B81C-A91C434F7184}"/>
              </a:ext>
            </a:extLst>
          </p:cNvPr>
          <p:cNvCxnSpPr/>
          <p:nvPr/>
        </p:nvCxnSpPr>
        <p:spPr>
          <a:xfrm>
            <a:off x="5048485" y="1232994"/>
            <a:ext cx="258998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991A00D-07E2-4AA1-B6EB-7F66C7FCE244}"/>
              </a:ext>
            </a:extLst>
          </p:cNvPr>
          <p:cNvCxnSpPr>
            <a:cxnSpLocks/>
          </p:cNvCxnSpPr>
          <p:nvPr/>
        </p:nvCxnSpPr>
        <p:spPr>
          <a:xfrm rot="5400000">
            <a:off x="1026424" y="3833030"/>
            <a:ext cx="258998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160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970B0AB-8214-3897-30EE-7F499544F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734" y="2358000"/>
            <a:ext cx="7500000" cy="450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D59B4E5-EE1A-6C9C-4031-335D3FF4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5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9460011-92C7-7FA9-8B45-10329DCF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434" y="877038"/>
            <a:ext cx="8627132" cy="71536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5801C14-BE92-5351-A9CD-1614845B8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434" y="1684541"/>
            <a:ext cx="8733166" cy="9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Sensitivity to Obs. Network</a:t>
            </a:r>
            <a:endParaRPr kumimoji="1" lang="ja-JP" altLang="en-US" dirty="0"/>
          </a:p>
        </p:txBody>
      </p:sp>
      <p:pic>
        <p:nvPicPr>
          <p:cNvPr id="3" name="コンテンツ プレースホルダー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AC180B7A-5BD7-24CB-A403-A2373184BDC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1950333"/>
            <a:ext cx="6300000" cy="3780000"/>
          </a:xfrm>
        </p:spPr>
      </p:pic>
      <p:pic>
        <p:nvPicPr>
          <p:cNvPr id="5" name="図 4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449D0A2-DF05-691C-F2CB-60759E785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000" y="1950333"/>
            <a:ext cx="6300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93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21261F4266C2947BAC7DA7007E5ACA4" ma:contentTypeVersion="10" ma:contentTypeDescription="新しいドキュメントを作成します。" ma:contentTypeScope="" ma:versionID="539a1b741d4b4dc3ed1b4a13485e6552">
  <xsd:schema xmlns:xsd="http://www.w3.org/2001/XMLSchema" xmlns:xs="http://www.w3.org/2001/XMLSchema" xmlns:p="http://schemas.microsoft.com/office/2006/metadata/properties" xmlns:ns3="f76998ab-17a9-4c66-a612-e2936be82fb4" targetNamespace="http://schemas.microsoft.com/office/2006/metadata/properties" ma:root="true" ma:fieldsID="bd4263c16051376a99a472970a4208ae" ns3:_="">
    <xsd:import namespace="f76998ab-17a9-4c66-a612-e2936be82fb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6998ab-17a9-4c66-a612-e2936be82fb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76998ab-17a9-4c66-a612-e2936be82fb4" xsi:nil="true"/>
  </documentManagement>
</p:properties>
</file>

<file path=customXml/itemProps1.xml><?xml version="1.0" encoding="utf-8"?>
<ds:datastoreItem xmlns:ds="http://schemas.openxmlformats.org/officeDocument/2006/customXml" ds:itemID="{81AC1389-7AD3-4C12-A620-A3F56FB7AC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6998ab-17a9-4c66-a612-e2936be82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DD6F37-7113-49A8-90E0-D17A9103C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61BC08-23F7-4730-AC46-4E76DD2FB4A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f76998ab-17a9-4c66-a612-e2936be82fb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231</Words>
  <Application>Microsoft Office PowerPoint</Application>
  <PresentationFormat>ワイド画面</PresentationFormat>
  <Paragraphs>43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メイリオ</vt:lpstr>
      <vt:lpstr>游ゴシック</vt:lpstr>
      <vt:lpstr>游ゴシック Light</vt:lpstr>
      <vt:lpstr>Arial</vt:lpstr>
      <vt:lpstr>Cambria Math</vt:lpstr>
      <vt:lpstr>Segoe UI</vt:lpstr>
      <vt:lpstr>Times New Roman</vt:lpstr>
      <vt:lpstr>Office テーマ</vt:lpstr>
      <vt:lpstr>地球観測社会システム 第3回経過報告</vt:lpstr>
      <vt:lpstr>Basic Task 4</vt:lpstr>
      <vt:lpstr>Kalman Filter Algorithm</vt:lpstr>
      <vt:lpstr>Analysis RMSE</vt:lpstr>
      <vt:lpstr>Sensitivity to Infl. Factor</vt:lpstr>
      <vt:lpstr>FCST Error Covariance P_t^b</vt:lpstr>
      <vt:lpstr>Basic Task 5</vt:lpstr>
      <vt:lpstr>Sensitivity to Obs.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第3回経過報告</dc:title>
  <dc:creator>cgfa6170</dc:creator>
  <cp:lastModifiedBy>cgfa6170</cp:lastModifiedBy>
  <cp:revision>1</cp:revision>
  <dcterms:created xsi:type="dcterms:W3CDTF">2025-10-18T02:56:04Z</dcterms:created>
  <dcterms:modified xsi:type="dcterms:W3CDTF">2025-10-30T16:27:24Z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0x010100221261F4266C2947BAC7DA7007E5ACA4</vt:lpwstr>
  </property>
</Properties>
</file>