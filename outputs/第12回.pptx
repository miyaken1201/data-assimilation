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745" r:id="rId2"/>
    <p:sldId id="2069" r:id="rId3"/>
    <p:sldId id="2073" r:id="rId4"/>
    <p:sldId id="2076" r:id="rId5"/>
    <p:sldId id="2077" r:id="rId6"/>
    <p:sldId id="2078" r:id="rId7"/>
    <p:sldId id="584" r:id="rId8"/>
    <p:sldId id="2079" r:id="rId9"/>
    <p:sldId id="208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E07750-C546-431A-9086-429DD892EBCE}" v="430" dt="2026-01-22T00:01:27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gfa6170" userId="46cde8c4-1d5f-444e-a8bb-106eec3feaad" providerId="ADAL" clId="{7BCF1B5E-FE4F-4985-ADE2-84C1DC78CCA7}"/>
    <pc:docChg chg="undo redo custSel modSld">
      <pc:chgData name="cgfa6170" userId="46cde8c4-1d5f-444e-a8bb-106eec3feaad" providerId="ADAL" clId="{7BCF1B5E-FE4F-4985-ADE2-84C1DC78CCA7}" dt="2026-01-22T05:21:27.465" v="816"/>
      <pc:docMkLst>
        <pc:docMk/>
      </pc:docMkLst>
      <pc:sldChg chg="modSp mod">
        <pc:chgData name="cgfa6170" userId="46cde8c4-1d5f-444e-a8bb-106eec3feaad" providerId="ADAL" clId="{7BCF1B5E-FE4F-4985-ADE2-84C1DC78CCA7}" dt="2026-01-22T04:09:19.132" v="10" actId="1035"/>
        <pc:sldMkLst>
          <pc:docMk/>
          <pc:sldMk cId="375693231" sldId="584"/>
        </pc:sldMkLst>
        <pc:spChg chg="mod">
          <ac:chgData name="cgfa6170" userId="46cde8c4-1d5f-444e-a8bb-106eec3feaad" providerId="ADAL" clId="{7BCF1B5E-FE4F-4985-ADE2-84C1DC78CCA7}" dt="2026-01-22T04:09:19.132" v="10" actId="1035"/>
          <ac:spMkLst>
            <pc:docMk/>
            <pc:sldMk cId="375693231" sldId="584"/>
            <ac:spMk id="2" creationId="{9B06F72A-98E0-E2A0-8947-2C0367E0D0D6}"/>
          </ac:spMkLst>
        </pc:spChg>
      </pc:sldChg>
      <pc:sldChg chg="addSp modSp mod">
        <pc:chgData name="cgfa6170" userId="46cde8c4-1d5f-444e-a8bb-106eec3feaad" providerId="ADAL" clId="{7BCF1B5E-FE4F-4985-ADE2-84C1DC78CCA7}" dt="2026-01-22T05:21:24.021" v="815"/>
        <pc:sldMkLst>
          <pc:docMk/>
          <pc:sldMk cId="1009521781" sldId="2079"/>
        </pc:sldMkLst>
        <pc:spChg chg="mod">
          <ac:chgData name="cgfa6170" userId="46cde8c4-1d5f-444e-a8bb-106eec3feaad" providerId="ADAL" clId="{7BCF1B5E-FE4F-4985-ADE2-84C1DC78CCA7}" dt="2026-01-22T05:21:24.021" v="815"/>
          <ac:spMkLst>
            <pc:docMk/>
            <pc:sldMk cId="1009521781" sldId="2079"/>
            <ac:spMk id="6" creationId="{8F99F45E-6E11-42BE-BE28-1DC6881DC7CE}"/>
          </ac:spMkLst>
        </pc:spChg>
        <pc:spChg chg="mod">
          <ac:chgData name="cgfa6170" userId="46cde8c4-1d5f-444e-a8bb-106eec3feaad" providerId="ADAL" clId="{7BCF1B5E-FE4F-4985-ADE2-84C1DC78CCA7}" dt="2026-01-22T04:14:21.882" v="11" actId="400"/>
          <ac:spMkLst>
            <pc:docMk/>
            <pc:sldMk cId="1009521781" sldId="2079"/>
            <ac:spMk id="7" creationId="{2B8E83CA-CFAE-4900-9BEE-979834A48AFD}"/>
          </ac:spMkLst>
        </pc:spChg>
        <pc:spChg chg="add mod">
          <ac:chgData name="cgfa6170" userId="46cde8c4-1d5f-444e-a8bb-106eec3feaad" providerId="ADAL" clId="{7BCF1B5E-FE4F-4985-ADE2-84C1DC78CCA7}" dt="2026-01-22T04:17:13.701" v="209" actId="14100"/>
          <ac:spMkLst>
            <pc:docMk/>
            <pc:sldMk cId="1009521781" sldId="2079"/>
            <ac:spMk id="8" creationId="{875E78A7-28D0-48DE-A68C-C2E9FC7A4A0D}"/>
          </ac:spMkLst>
        </pc:spChg>
        <pc:spChg chg="add mod">
          <ac:chgData name="cgfa6170" userId="46cde8c4-1d5f-444e-a8bb-106eec3feaad" providerId="ADAL" clId="{7BCF1B5E-FE4F-4985-ADE2-84C1DC78CCA7}" dt="2026-01-22T04:19:17.836" v="217" actId="208"/>
          <ac:spMkLst>
            <pc:docMk/>
            <pc:sldMk cId="1009521781" sldId="2079"/>
            <ac:spMk id="9" creationId="{BDEEDAD7-EA22-4F8C-AA36-1C75F33F0F7F}"/>
          </ac:spMkLst>
        </pc:spChg>
        <pc:spChg chg="add mod">
          <ac:chgData name="cgfa6170" userId="46cde8c4-1d5f-444e-a8bb-106eec3feaad" providerId="ADAL" clId="{7BCF1B5E-FE4F-4985-ADE2-84C1DC78CCA7}" dt="2026-01-22T04:22:29.515" v="370" actId="14100"/>
          <ac:spMkLst>
            <pc:docMk/>
            <pc:sldMk cId="1009521781" sldId="2079"/>
            <ac:spMk id="10" creationId="{6F5F8320-16E1-4C73-A42B-157CAD6CBA05}"/>
          </ac:spMkLst>
        </pc:spChg>
      </pc:sldChg>
      <pc:sldChg chg="addSp delSp modSp mod">
        <pc:chgData name="cgfa6170" userId="46cde8c4-1d5f-444e-a8bb-106eec3feaad" providerId="ADAL" clId="{7BCF1B5E-FE4F-4985-ADE2-84C1DC78CCA7}" dt="2026-01-22T05:21:27.465" v="816"/>
        <pc:sldMkLst>
          <pc:docMk/>
          <pc:sldMk cId="3399779323" sldId="2080"/>
        </pc:sldMkLst>
        <pc:spChg chg="add del mod">
          <ac:chgData name="cgfa6170" userId="46cde8c4-1d5f-444e-a8bb-106eec3feaad" providerId="ADAL" clId="{7BCF1B5E-FE4F-4985-ADE2-84C1DC78CCA7}" dt="2026-01-22T04:18:43.320" v="211"/>
          <ac:spMkLst>
            <pc:docMk/>
            <pc:sldMk cId="3399779323" sldId="2080"/>
            <ac:spMk id="4" creationId="{1DADDCCA-FDC8-4945-A2E5-2B2A67BC6D88}"/>
          </ac:spMkLst>
        </pc:spChg>
        <pc:spChg chg="mod">
          <ac:chgData name="cgfa6170" userId="46cde8c4-1d5f-444e-a8bb-106eec3feaad" providerId="ADAL" clId="{7BCF1B5E-FE4F-4985-ADE2-84C1DC78CCA7}" dt="2026-01-22T05:21:27.465" v="816"/>
          <ac:spMkLst>
            <pc:docMk/>
            <pc:sldMk cId="3399779323" sldId="2080"/>
            <ac:spMk id="6" creationId="{8F99F45E-6E11-42BE-BE28-1DC6881DC7CE}"/>
          </ac:spMkLst>
        </pc:spChg>
        <pc:spChg chg="mod">
          <ac:chgData name="cgfa6170" userId="46cde8c4-1d5f-444e-a8bb-106eec3feaad" providerId="ADAL" clId="{7BCF1B5E-FE4F-4985-ADE2-84C1DC78CCA7}" dt="2026-01-22T05:21:04.508" v="814" actId="20577"/>
          <ac:spMkLst>
            <pc:docMk/>
            <pc:sldMk cId="3399779323" sldId="2080"/>
            <ac:spMk id="7" creationId="{2B8E83CA-CFAE-4900-9BEE-979834A48AFD}"/>
          </ac:spMkLst>
        </pc:spChg>
        <pc:picChg chg="add mod">
          <ac:chgData name="cgfa6170" userId="46cde8c4-1d5f-444e-a8bb-106eec3feaad" providerId="ADAL" clId="{7BCF1B5E-FE4F-4985-ADE2-84C1DC78CCA7}" dt="2026-01-22T05:18:19.302" v="482" actId="1076"/>
          <ac:picMkLst>
            <pc:docMk/>
            <pc:sldMk cId="3399779323" sldId="2080"/>
            <ac:picMk id="3" creationId="{96EC841B-03FA-4F5C-BB8E-5791E5E4ACCB}"/>
          </ac:picMkLst>
        </pc:picChg>
        <pc:picChg chg="add mod">
          <ac:chgData name="cgfa6170" userId="46cde8c4-1d5f-444e-a8bb-106eec3feaad" providerId="ADAL" clId="{7BCF1B5E-FE4F-4985-ADE2-84C1DC78CCA7}" dt="2026-01-22T05:18:23.899" v="483" actId="1076"/>
          <ac:picMkLst>
            <pc:docMk/>
            <pc:sldMk cId="3399779323" sldId="2080"/>
            <ac:picMk id="8" creationId="{C4C39594-EA50-4FE7-A971-21E42B7EA622}"/>
          </ac:picMkLst>
        </pc:picChg>
      </pc:sldChg>
    </pc:docChg>
  </pc:docChgLst>
  <pc:docChgLst>
    <pc:chgData name="cgfa6170" userId="46cde8c4-1d5f-444e-a8bb-106eec3feaad" providerId="ADAL" clId="{A536451E-CB62-466F-86FB-D0FAE876C875}"/>
    <pc:docChg chg="undo redo custSel addSld delSld modSld">
      <pc:chgData name="cgfa6170" userId="46cde8c4-1d5f-444e-a8bb-106eec3feaad" providerId="ADAL" clId="{A536451E-CB62-466F-86FB-D0FAE876C875}" dt="2026-01-22T00:03:57.573" v="4090" actId="478"/>
      <pc:docMkLst>
        <pc:docMk/>
      </pc:docMkLst>
      <pc:sldChg chg="addSp modSp add mod">
        <pc:chgData name="cgfa6170" userId="46cde8c4-1d5f-444e-a8bb-106eec3feaad" providerId="ADAL" clId="{A536451E-CB62-466F-86FB-D0FAE876C875}" dt="2026-01-21T23:37:13.602" v="3799" actId="20577"/>
        <pc:sldMkLst>
          <pc:docMk/>
          <pc:sldMk cId="375693231" sldId="584"/>
        </pc:sldMkLst>
        <pc:spChg chg="add mod">
          <ac:chgData name="cgfa6170" userId="46cde8c4-1d5f-444e-a8bb-106eec3feaad" providerId="ADAL" clId="{A536451E-CB62-466F-86FB-D0FAE876C875}" dt="2026-01-21T17:25:52.028" v="3639" actId="208"/>
          <ac:spMkLst>
            <pc:docMk/>
            <pc:sldMk cId="375693231" sldId="584"/>
            <ac:spMk id="2" creationId="{9B06F72A-98E0-E2A0-8947-2C0367E0D0D6}"/>
          </ac:spMkLst>
        </pc:spChg>
        <pc:spChg chg="add mod">
          <ac:chgData name="cgfa6170" userId="46cde8c4-1d5f-444e-a8bb-106eec3feaad" providerId="ADAL" clId="{A536451E-CB62-466F-86FB-D0FAE876C875}" dt="2026-01-21T17:28:59.375" v="3733" actId="113"/>
          <ac:spMkLst>
            <pc:docMk/>
            <pc:sldMk cId="375693231" sldId="584"/>
            <ac:spMk id="3" creationId="{84050B8F-A054-093C-AFD5-8942F4945BFB}"/>
          </ac:spMkLst>
        </pc:spChg>
        <pc:spChg chg="mod">
          <ac:chgData name="cgfa6170" userId="46cde8c4-1d5f-444e-a8bb-106eec3feaad" providerId="ADAL" clId="{A536451E-CB62-466F-86FB-D0FAE876C875}" dt="2026-01-21T17:09:20.766" v="3334" actId="20577"/>
          <ac:spMkLst>
            <pc:docMk/>
            <pc:sldMk cId="375693231" sldId="584"/>
            <ac:spMk id="6" creationId="{8F99F45E-6E11-42BE-BE28-1DC6881DC7CE}"/>
          </ac:spMkLst>
        </pc:spChg>
        <pc:spChg chg="mod">
          <ac:chgData name="cgfa6170" userId="46cde8c4-1d5f-444e-a8bb-106eec3feaad" providerId="ADAL" clId="{A536451E-CB62-466F-86FB-D0FAE876C875}" dt="2026-01-21T23:37:13.602" v="3799" actId="20577"/>
          <ac:spMkLst>
            <pc:docMk/>
            <pc:sldMk cId="375693231" sldId="584"/>
            <ac:spMk id="7" creationId="{2B8E83CA-CFAE-4900-9BEE-979834A48AFD}"/>
          </ac:spMkLst>
        </pc:spChg>
      </pc:sldChg>
      <pc:sldChg chg="addSp delSp modSp mod">
        <pc:chgData name="cgfa6170" userId="46cde8c4-1d5f-444e-a8bb-106eec3feaad" providerId="ADAL" clId="{A536451E-CB62-466F-86FB-D0FAE876C875}" dt="2026-01-21T15:22:49.184" v="1018" actId="20577"/>
        <pc:sldMkLst>
          <pc:docMk/>
          <pc:sldMk cId="27564020" sldId="2069"/>
        </pc:sldMkLst>
        <pc:spChg chg="del mod">
          <ac:chgData name="cgfa6170" userId="46cde8c4-1d5f-444e-a8bb-106eec3feaad" providerId="ADAL" clId="{A536451E-CB62-466F-86FB-D0FAE876C875}" dt="2026-01-21T10:49:52.301" v="64" actId="22"/>
          <ac:spMkLst>
            <pc:docMk/>
            <pc:sldMk cId="27564020" sldId="2069"/>
            <ac:spMk id="7" creationId="{2FBD2164-7476-4422-50E2-93444D1102BB}"/>
          </ac:spMkLst>
        </pc:spChg>
        <pc:spChg chg="add del mod">
          <ac:chgData name="cgfa6170" userId="46cde8c4-1d5f-444e-a8bb-106eec3feaad" providerId="ADAL" clId="{A536451E-CB62-466F-86FB-D0FAE876C875}" dt="2026-01-21T15:14:10.090" v="842" actId="14100"/>
          <ac:spMkLst>
            <pc:docMk/>
            <pc:sldMk cId="27564020" sldId="2069"/>
            <ac:spMk id="16" creationId="{78190A44-22B4-E540-4BF3-B99617E35DEB}"/>
          </ac:spMkLst>
        </pc:spChg>
        <pc:spChg chg="add mod">
          <ac:chgData name="cgfa6170" userId="46cde8c4-1d5f-444e-a8bb-106eec3feaad" providerId="ADAL" clId="{A536451E-CB62-466F-86FB-D0FAE876C875}" dt="2026-01-21T15:08:50.519" v="724" actId="1036"/>
          <ac:spMkLst>
            <pc:docMk/>
            <pc:sldMk cId="27564020" sldId="2069"/>
            <ac:spMk id="17" creationId="{BE323DF8-FECF-33D6-E191-1395B2BB7311}"/>
          </ac:spMkLst>
        </pc:spChg>
        <pc:spChg chg="add mod">
          <ac:chgData name="cgfa6170" userId="46cde8c4-1d5f-444e-a8bb-106eec3feaad" providerId="ADAL" clId="{A536451E-CB62-466F-86FB-D0FAE876C875}" dt="2026-01-21T15:08:50.519" v="724" actId="1036"/>
          <ac:spMkLst>
            <pc:docMk/>
            <pc:sldMk cId="27564020" sldId="2069"/>
            <ac:spMk id="18" creationId="{72D98FE4-A092-B66D-E23C-9BA22C19998F}"/>
          </ac:spMkLst>
        </pc:spChg>
        <pc:spChg chg="add mod">
          <ac:chgData name="cgfa6170" userId="46cde8c4-1d5f-444e-a8bb-106eec3feaad" providerId="ADAL" clId="{A536451E-CB62-466F-86FB-D0FAE876C875}" dt="2026-01-21T15:07:53.054" v="674"/>
          <ac:spMkLst>
            <pc:docMk/>
            <pc:sldMk cId="27564020" sldId="2069"/>
            <ac:spMk id="19" creationId="{40FC1886-8D2B-B7CF-CD78-A172E4A9826E}"/>
          </ac:spMkLst>
        </pc:spChg>
        <pc:spChg chg="add mod">
          <ac:chgData name="cgfa6170" userId="46cde8c4-1d5f-444e-a8bb-106eec3feaad" providerId="ADAL" clId="{A536451E-CB62-466F-86FB-D0FAE876C875}" dt="2026-01-21T15:08:50.519" v="724" actId="1036"/>
          <ac:spMkLst>
            <pc:docMk/>
            <pc:sldMk cId="27564020" sldId="2069"/>
            <ac:spMk id="20" creationId="{2FBD1222-9957-2DBE-6595-23386E211E5D}"/>
          </ac:spMkLst>
        </pc:spChg>
        <pc:spChg chg="add mod">
          <ac:chgData name="cgfa6170" userId="46cde8c4-1d5f-444e-a8bb-106eec3feaad" providerId="ADAL" clId="{A536451E-CB62-466F-86FB-D0FAE876C875}" dt="2026-01-21T15:08:50.519" v="724" actId="1036"/>
          <ac:spMkLst>
            <pc:docMk/>
            <pc:sldMk cId="27564020" sldId="2069"/>
            <ac:spMk id="21" creationId="{5F5A3A0D-11EC-854A-35AF-F4784DD133B1}"/>
          </ac:spMkLst>
        </pc:spChg>
        <pc:spChg chg="add mod">
          <ac:chgData name="cgfa6170" userId="46cde8c4-1d5f-444e-a8bb-106eec3feaad" providerId="ADAL" clId="{A536451E-CB62-466F-86FB-D0FAE876C875}" dt="2026-01-21T15:22:49.184" v="1018" actId="20577"/>
          <ac:spMkLst>
            <pc:docMk/>
            <pc:sldMk cId="27564020" sldId="2069"/>
            <ac:spMk id="22" creationId="{2F801E99-1E62-5883-ECED-C59DB0684677}"/>
          </ac:spMkLst>
        </pc:spChg>
        <pc:spChg chg="add mod">
          <ac:chgData name="cgfa6170" userId="46cde8c4-1d5f-444e-a8bb-106eec3feaad" providerId="ADAL" clId="{A536451E-CB62-466F-86FB-D0FAE876C875}" dt="2026-01-21T15:09:48.548" v="796" actId="1076"/>
          <ac:spMkLst>
            <pc:docMk/>
            <pc:sldMk cId="27564020" sldId="2069"/>
            <ac:spMk id="23" creationId="{07647D6B-0892-7909-1443-5AEC028C5D8E}"/>
          </ac:spMkLst>
        </pc:spChg>
        <pc:picChg chg="del">
          <ac:chgData name="cgfa6170" userId="46cde8c4-1d5f-444e-a8bb-106eec3feaad" providerId="ADAL" clId="{A536451E-CB62-466F-86FB-D0FAE876C875}" dt="2026-01-21T10:47:37.666" v="63" actId="478"/>
          <ac:picMkLst>
            <pc:docMk/>
            <pc:sldMk cId="27564020" sldId="2069"/>
            <ac:picMk id="2" creationId="{DDE41A6F-BD53-F454-5B51-68A905780333}"/>
          </ac:picMkLst>
        </pc:picChg>
        <pc:picChg chg="add mod ord">
          <ac:chgData name="cgfa6170" userId="46cde8c4-1d5f-444e-a8bb-106eec3feaad" providerId="ADAL" clId="{A536451E-CB62-466F-86FB-D0FAE876C875}" dt="2026-01-21T10:50:00.713" v="85" actId="14100"/>
          <ac:picMkLst>
            <pc:docMk/>
            <pc:sldMk cId="27564020" sldId="2069"/>
            <ac:picMk id="4" creationId="{2193F5B2-47CF-78C8-3E5D-CDC4EA58096B}"/>
          </ac:picMkLst>
        </pc:picChg>
        <pc:picChg chg="add mod">
          <ac:chgData name="cgfa6170" userId="46cde8c4-1d5f-444e-a8bb-106eec3feaad" providerId="ADAL" clId="{A536451E-CB62-466F-86FB-D0FAE876C875}" dt="2026-01-21T10:50:50.398" v="116" actId="1076"/>
          <ac:picMkLst>
            <pc:docMk/>
            <pc:sldMk cId="27564020" sldId="2069"/>
            <ac:picMk id="8" creationId="{A71D9D06-0722-54F5-EDB2-D0360F5748A3}"/>
          </ac:picMkLst>
        </pc:picChg>
        <pc:picChg chg="add del mod">
          <ac:chgData name="cgfa6170" userId="46cde8c4-1d5f-444e-a8bb-106eec3feaad" providerId="ADAL" clId="{A536451E-CB62-466F-86FB-D0FAE876C875}" dt="2026-01-21T10:51:37.110" v="121" actId="478"/>
          <ac:picMkLst>
            <pc:docMk/>
            <pc:sldMk cId="27564020" sldId="2069"/>
            <ac:picMk id="9" creationId="{8282F1B9-E4F0-B98B-2808-1C69D106AA14}"/>
          </ac:picMkLst>
        </pc:picChg>
        <pc:picChg chg="add del mod">
          <ac:chgData name="cgfa6170" userId="46cde8c4-1d5f-444e-a8bb-106eec3feaad" providerId="ADAL" clId="{A536451E-CB62-466F-86FB-D0FAE876C875}" dt="2026-01-21T10:51:35.275" v="120" actId="478"/>
          <ac:picMkLst>
            <pc:docMk/>
            <pc:sldMk cId="27564020" sldId="2069"/>
            <ac:picMk id="10" creationId="{DF98C906-44F3-1798-CC1D-F1BFF526FE21}"/>
          </ac:picMkLst>
        </pc:picChg>
        <pc:picChg chg="add mod ord">
          <ac:chgData name="cgfa6170" userId="46cde8c4-1d5f-444e-a8bb-106eec3feaad" providerId="ADAL" clId="{A536451E-CB62-466F-86FB-D0FAE876C875}" dt="2026-01-21T15:08:50.519" v="724" actId="1036"/>
          <ac:picMkLst>
            <pc:docMk/>
            <pc:sldMk cId="27564020" sldId="2069"/>
            <ac:picMk id="11" creationId="{4269E8DF-B54D-841F-723B-CBBD08C7BAA8}"/>
          </ac:picMkLst>
        </pc:picChg>
        <pc:picChg chg="add mod">
          <ac:chgData name="cgfa6170" userId="46cde8c4-1d5f-444e-a8bb-106eec3feaad" providerId="ADAL" clId="{A536451E-CB62-466F-86FB-D0FAE876C875}" dt="2026-01-21T15:08:50.519" v="724" actId="1036"/>
          <ac:picMkLst>
            <pc:docMk/>
            <pc:sldMk cId="27564020" sldId="2069"/>
            <ac:picMk id="13" creationId="{093F1C4B-C41D-EBDA-7A9C-329C2234E334}"/>
          </ac:picMkLst>
        </pc:picChg>
        <pc:picChg chg="add mod ord modCrop">
          <ac:chgData name="cgfa6170" userId="46cde8c4-1d5f-444e-a8bb-106eec3feaad" providerId="ADAL" clId="{A536451E-CB62-466F-86FB-D0FAE876C875}" dt="2026-01-21T15:08:50.519" v="724" actId="1036"/>
          <ac:picMkLst>
            <pc:docMk/>
            <pc:sldMk cId="27564020" sldId="2069"/>
            <ac:picMk id="15" creationId="{47195329-D527-0E66-7A0C-B9515EFAB88C}"/>
          </ac:picMkLst>
        </pc:picChg>
      </pc:sldChg>
      <pc:sldChg chg="modSp add mod">
        <pc:chgData name="cgfa6170" userId="46cde8c4-1d5f-444e-a8bb-106eec3feaad" providerId="ADAL" clId="{A536451E-CB62-466F-86FB-D0FAE876C875}" dt="2026-01-21T15:34:35.582" v="1312" actId="20577"/>
        <pc:sldMkLst>
          <pc:docMk/>
          <pc:sldMk cId="3471392189" sldId="2073"/>
        </pc:sldMkLst>
        <pc:spChg chg="mod">
          <ac:chgData name="cgfa6170" userId="46cde8c4-1d5f-444e-a8bb-106eec3feaad" providerId="ADAL" clId="{A536451E-CB62-466F-86FB-D0FAE876C875}" dt="2026-01-21T15:34:35.582" v="1312" actId="20577"/>
          <ac:spMkLst>
            <pc:docMk/>
            <pc:sldMk cId="3471392189" sldId="2073"/>
            <ac:spMk id="7" creationId="{2FBD2164-7476-4422-50E2-93444D1102BB}"/>
          </ac:spMkLst>
        </pc:spChg>
      </pc:sldChg>
      <pc:sldChg chg="addSp delSp modSp add del mod">
        <pc:chgData name="cgfa6170" userId="46cde8c4-1d5f-444e-a8bb-106eec3feaad" providerId="ADAL" clId="{A536451E-CB62-466F-86FB-D0FAE876C875}" dt="2026-01-21T16:28:44.077" v="2547" actId="47"/>
        <pc:sldMkLst>
          <pc:docMk/>
          <pc:sldMk cId="2380189849" sldId="2075"/>
        </pc:sldMkLst>
        <pc:spChg chg="add del mod">
          <ac:chgData name="cgfa6170" userId="46cde8c4-1d5f-444e-a8bb-106eec3feaad" providerId="ADAL" clId="{A536451E-CB62-466F-86FB-D0FAE876C875}" dt="2026-01-21T15:11:56.072" v="805" actId="3680"/>
          <ac:spMkLst>
            <pc:docMk/>
            <pc:sldMk cId="2380189849" sldId="2075"/>
            <ac:spMk id="4" creationId="{3234CF85-9AA0-E1C9-0CA7-22F028632E3A}"/>
          </ac:spMkLst>
        </pc:spChg>
        <pc:spChg chg="add mod">
          <ac:chgData name="cgfa6170" userId="46cde8c4-1d5f-444e-a8bb-106eec3feaad" providerId="ADAL" clId="{A536451E-CB62-466F-86FB-D0FAE876C875}" dt="2026-01-21T15:25:00.809" v="1097" actId="1076"/>
          <ac:spMkLst>
            <pc:docMk/>
            <pc:sldMk cId="2380189849" sldId="2075"/>
            <ac:spMk id="11" creationId="{D32FAD83-F139-9422-9518-2F44FDF1631C}"/>
          </ac:spMkLst>
        </pc:spChg>
        <pc:spChg chg="add mod">
          <ac:chgData name="cgfa6170" userId="46cde8c4-1d5f-444e-a8bb-106eec3feaad" providerId="ADAL" clId="{A536451E-CB62-466F-86FB-D0FAE876C875}" dt="2026-01-21T15:25:00.809" v="1097" actId="1076"/>
          <ac:spMkLst>
            <pc:docMk/>
            <pc:sldMk cId="2380189849" sldId="2075"/>
            <ac:spMk id="12" creationId="{AB0B35D6-5C98-2012-9CF0-199F540A0183}"/>
          </ac:spMkLst>
        </pc:spChg>
        <pc:spChg chg="add mod">
          <ac:chgData name="cgfa6170" userId="46cde8c4-1d5f-444e-a8bb-106eec3feaad" providerId="ADAL" clId="{A536451E-CB62-466F-86FB-D0FAE876C875}" dt="2026-01-21T15:43:06.262" v="2016" actId="20577"/>
          <ac:spMkLst>
            <pc:docMk/>
            <pc:sldMk cId="2380189849" sldId="2075"/>
            <ac:spMk id="14" creationId="{C01C6A1A-B22D-6865-4524-87C43BA42BE6}"/>
          </ac:spMkLst>
        </pc:spChg>
        <pc:spChg chg="add mod">
          <ac:chgData name="cgfa6170" userId="46cde8c4-1d5f-444e-a8bb-106eec3feaad" providerId="ADAL" clId="{A536451E-CB62-466F-86FB-D0FAE876C875}" dt="2026-01-21T15:26:27.702" v="1244" actId="1076"/>
          <ac:spMkLst>
            <pc:docMk/>
            <pc:sldMk cId="2380189849" sldId="2075"/>
            <ac:spMk id="15" creationId="{2BE4C62E-6C3A-F6EF-CDCC-ED11EAFA07D6}"/>
          </ac:spMkLst>
        </pc:spChg>
        <pc:graphicFrameChg chg="add mod ord modGraphic">
          <ac:chgData name="cgfa6170" userId="46cde8c4-1d5f-444e-a8bb-106eec3feaad" providerId="ADAL" clId="{A536451E-CB62-466F-86FB-D0FAE876C875}" dt="2026-01-21T15:25:00.809" v="1097" actId="1076"/>
          <ac:graphicFrameMkLst>
            <pc:docMk/>
            <pc:sldMk cId="2380189849" sldId="2075"/>
            <ac:graphicFrameMk id="10" creationId="{E2C0E11F-C837-6789-CC3E-9D40B7A01C80}"/>
          </ac:graphicFrameMkLst>
        </pc:graphicFrameChg>
        <pc:picChg chg="del">
          <ac:chgData name="cgfa6170" userId="46cde8c4-1d5f-444e-a8bb-106eec3feaad" providerId="ADAL" clId="{A536451E-CB62-466F-86FB-D0FAE876C875}" dt="2026-01-21T15:10:00.507" v="797" actId="478"/>
          <ac:picMkLst>
            <pc:docMk/>
            <pc:sldMk cId="2380189849" sldId="2075"/>
            <ac:picMk id="3" creationId="{37CCBB4B-7AEA-3CF2-412B-1305972F0747}"/>
          </ac:picMkLst>
        </pc:picChg>
        <pc:picChg chg="del">
          <ac:chgData name="cgfa6170" userId="46cde8c4-1d5f-444e-a8bb-106eec3feaad" providerId="ADAL" clId="{A536451E-CB62-466F-86FB-D0FAE876C875}" dt="2026-01-21T15:10:13.095" v="799" actId="478"/>
          <ac:picMkLst>
            <pc:docMk/>
            <pc:sldMk cId="2380189849" sldId="2075"/>
            <ac:picMk id="5" creationId="{68EB7610-B709-482C-9DCD-1591A7C345E4}"/>
          </ac:picMkLst>
        </pc:picChg>
        <pc:picChg chg="add mod">
          <ac:chgData name="cgfa6170" userId="46cde8c4-1d5f-444e-a8bb-106eec3feaad" providerId="ADAL" clId="{A536451E-CB62-466F-86FB-D0FAE876C875}" dt="2026-01-21T15:25:00.809" v="1097" actId="1076"/>
          <ac:picMkLst>
            <pc:docMk/>
            <pc:sldMk cId="2380189849" sldId="2075"/>
            <ac:picMk id="8" creationId="{A2A51B35-8AFA-768B-1A27-F42112B3ADB8}"/>
          </ac:picMkLst>
        </pc:picChg>
        <pc:picChg chg="del">
          <ac:chgData name="cgfa6170" userId="46cde8c4-1d5f-444e-a8bb-106eec3feaad" providerId="ADAL" clId="{A536451E-CB62-466F-86FB-D0FAE876C875}" dt="2026-01-21T15:10:05.370" v="798" actId="478"/>
          <ac:picMkLst>
            <pc:docMk/>
            <pc:sldMk cId="2380189849" sldId="2075"/>
            <ac:picMk id="9" creationId="{68AD195F-06F9-3899-67C6-4D40683FD3B8}"/>
          </ac:picMkLst>
        </pc:picChg>
        <pc:picChg chg="del">
          <ac:chgData name="cgfa6170" userId="46cde8c4-1d5f-444e-a8bb-106eec3feaad" providerId="ADAL" clId="{A536451E-CB62-466F-86FB-D0FAE876C875}" dt="2026-01-21T15:10:16.483" v="800" actId="478"/>
          <ac:picMkLst>
            <pc:docMk/>
            <pc:sldMk cId="2380189849" sldId="2075"/>
            <ac:picMk id="13" creationId="{CA671A46-9BD4-7BC3-95E9-D445C0A57597}"/>
          </ac:picMkLst>
        </pc:picChg>
      </pc:sldChg>
      <pc:sldChg chg="modSp add mod">
        <pc:chgData name="cgfa6170" userId="46cde8c4-1d5f-444e-a8bb-106eec3feaad" providerId="ADAL" clId="{A536451E-CB62-466F-86FB-D0FAE876C875}" dt="2026-01-21T23:25:58.738" v="3750" actId="20577"/>
        <pc:sldMkLst>
          <pc:docMk/>
          <pc:sldMk cId="684000724" sldId="2076"/>
        </pc:sldMkLst>
        <pc:spChg chg="mod">
          <ac:chgData name="cgfa6170" userId="46cde8c4-1d5f-444e-a8bb-106eec3feaad" providerId="ADAL" clId="{A536451E-CB62-466F-86FB-D0FAE876C875}" dt="2026-01-21T23:25:58.738" v="3750" actId="20577"/>
          <ac:spMkLst>
            <pc:docMk/>
            <pc:sldMk cId="684000724" sldId="2076"/>
            <ac:spMk id="14" creationId="{1DA54DA9-4081-284E-1D3B-7DCAA88328AC}"/>
          </ac:spMkLst>
        </pc:spChg>
        <pc:spChg chg="mod">
          <ac:chgData name="cgfa6170" userId="46cde8c4-1d5f-444e-a8bb-106eec3feaad" providerId="ADAL" clId="{A536451E-CB62-466F-86FB-D0FAE876C875}" dt="2026-01-21T15:47:53.568" v="2272" actId="20577"/>
          <ac:spMkLst>
            <pc:docMk/>
            <pc:sldMk cId="684000724" sldId="2076"/>
            <ac:spMk id="15" creationId="{1AB15E45-8EC8-773E-32D9-3C40002DCA1B}"/>
          </ac:spMkLst>
        </pc:spChg>
      </pc:sldChg>
      <pc:sldChg chg="addSp delSp modSp add mod">
        <pc:chgData name="cgfa6170" userId="46cde8c4-1d5f-444e-a8bb-106eec3feaad" providerId="ADAL" clId="{A536451E-CB62-466F-86FB-D0FAE876C875}" dt="2026-01-21T15:48:38.684" v="2317" actId="1076"/>
        <pc:sldMkLst>
          <pc:docMk/>
          <pc:sldMk cId="1804756994" sldId="2077"/>
        </pc:sldMkLst>
        <pc:spChg chg="add del mod">
          <ac:chgData name="cgfa6170" userId="46cde8c4-1d5f-444e-a8bb-106eec3feaad" providerId="ADAL" clId="{A536451E-CB62-466F-86FB-D0FAE876C875}" dt="2026-01-21T15:44:27.221" v="2052" actId="478"/>
          <ac:spMkLst>
            <pc:docMk/>
            <pc:sldMk cId="1804756994" sldId="2077"/>
            <ac:spMk id="3" creationId="{7401237A-2289-EDD2-4283-4376E32C046E}"/>
          </ac:spMkLst>
        </pc:spChg>
        <pc:spChg chg="del mod">
          <ac:chgData name="cgfa6170" userId="46cde8c4-1d5f-444e-a8bb-106eec3feaad" providerId="ADAL" clId="{A536451E-CB62-466F-86FB-D0FAE876C875}" dt="2026-01-21T15:44:30.575" v="2053" actId="478"/>
          <ac:spMkLst>
            <pc:docMk/>
            <pc:sldMk cId="1804756994" sldId="2077"/>
            <ac:spMk id="11" creationId="{332619A7-4140-6078-18C0-3B1DFAFE081E}"/>
          </ac:spMkLst>
        </pc:spChg>
        <pc:spChg chg="del mod">
          <ac:chgData name="cgfa6170" userId="46cde8c4-1d5f-444e-a8bb-106eec3feaad" providerId="ADAL" clId="{A536451E-CB62-466F-86FB-D0FAE876C875}" dt="2026-01-21T15:44:32.776" v="2054" actId="478"/>
          <ac:spMkLst>
            <pc:docMk/>
            <pc:sldMk cId="1804756994" sldId="2077"/>
            <ac:spMk id="12" creationId="{3877F538-7772-BD28-9683-6D6D4F3BFD8A}"/>
          </ac:spMkLst>
        </pc:spChg>
        <pc:spChg chg="del">
          <ac:chgData name="cgfa6170" userId="46cde8c4-1d5f-444e-a8bb-106eec3feaad" providerId="ADAL" clId="{A536451E-CB62-466F-86FB-D0FAE876C875}" dt="2026-01-21T15:44:17.655" v="2051" actId="478"/>
          <ac:spMkLst>
            <pc:docMk/>
            <pc:sldMk cId="1804756994" sldId="2077"/>
            <ac:spMk id="14" creationId="{8B587675-FCCB-08A6-1629-779AB6DE3645}"/>
          </ac:spMkLst>
        </pc:spChg>
        <pc:spChg chg="del">
          <ac:chgData name="cgfa6170" userId="46cde8c4-1d5f-444e-a8bb-106eec3feaad" providerId="ADAL" clId="{A536451E-CB62-466F-86FB-D0FAE876C875}" dt="2026-01-21T15:43:59.215" v="2020" actId="478"/>
          <ac:spMkLst>
            <pc:docMk/>
            <pc:sldMk cId="1804756994" sldId="2077"/>
            <ac:spMk id="15" creationId="{A79BF4B0-6ED3-E8C5-95FC-BC826FB341DA}"/>
          </ac:spMkLst>
        </pc:spChg>
        <pc:spChg chg="add mod">
          <ac:chgData name="cgfa6170" userId="46cde8c4-1d5f-444e-a8bb-106eec3feaad" providerId="ADAL" clId="{A536451E-CB62-466F-86FB-D0FAE876C875}" dt="2026-01-21T15:47:25.976" v="2249" actId="1076"/>
          <ac:spMkLst>
            <pc:docMk/>
            <pc:sldMk cId="1804756994" sldId="2077"/>
            <ac:spMk id="17" creationId="{C733B54E-6FD2-7000-4B9A-6AE8190C2024}"/>
          </ac:spMkLst>
        </pc:spChg>
        <pc:spChg chg="add mod">
          <ac:chgData name="cgfa6170" userId="46cde8c4-1d5f-444e-a8bb-106eec3feaad" providerId="ADAL" clId="{A536451E-CB62-466F-86FB-D0FAE876C875}" dt="2026-01-21T15:47:25.976" v="2249" actId="1076"/>
          <ac:spMkLst>
            <pc:docMk/>
            <pc:sldMk cId="1804756994" sldId="2077"/>
            <ac:spMk id="18" creationId="{E2B8C22D-C64C-3FEB-ADDE-77A7B12DEB28}"/>
          </ac:spMkLst>
        </pc:spChg>
        <pc:spChg chg="add mod">
          <ac:chgData name="cgfa6170" userId="46cde8c4-1d5f-444e-a8bb-106eec3feaad" providerId="ADAL" clId="{A536451E-CB62-466F-86FB-D0FAE876C875}" dt="2026-01-21T15:48:38.684" v="2317" actId="1076"/>
          <ac:spMkLst>
            <pc:docMk/>
            <pc:sldMk cId="1804756994" sldId="2077"/>
            <ac:spMk id="19" creationId="{B76F0ACC-99C4-88E7-28CE-4BCD374C2CC3}"/>
          </ac:spMkLst>
        </pc:spChg>
        <pc:graphicFrameChg chg="del mod">
          <ac:chgData name="cgfa6170" userId="46cde8c4-1d5f-444e-a8bb-106eec3feaad" providerId="ADAL" clId="{A536451E-CB62-466F-86FB-D0FAE876C875}" dt="2026-01-21T15:44:08.487" v="2049" actId="478"/>
          <ac:graphicFrameMkLst>
            <pc:docMk/>
            <pc:sldMk cId="1804756994" sldId="2077"/>
            <ac:graphicFrameMk id="10" creationId="{AC2A20D1-735D-3766-1B34-1D876C66122C}"/>
          </ac:graphicFrameMkLst>
        </pc:graphicFrameChg>
        <pc:picChg chg="add del mod">
          <ac:chgData name="cgfa6170" userId="46cde8c4-1d5f-444e-a8bb-106eec3feaad" providerId="ADAL" clId="{A536451E-CB62-466F-86FB-D0FAE876C875}" dt="2026-01-21T15:45:28.332" v="2153" actId="478"/>
          <ac:picMkLst>
            <pc:docMk/>
            <pc:sldMk cId="1804756994" sldId="2077"/>
            <ac:picMk id="5" creationId="{625BDD57-B0CE-172E-841F-D51D818AC031}"/>
          </ac:picMkLst>
        </pc:picChg>
        <pc:picChg chg="del">
          <ac:chgData name="cgfa6170" userId="46cde8c4-1d5f-444e-a8bb-106eec3feaad" providerId="ADAL" clId="{A536451E-CB62-466F-86FB-D0FAE876C875}" dt="2026-01-21T15:44:12.171" v="2050" actId="478"/>
          <ac:picMkLst>
            <pc:docMk/>
            <pc:sldMk cId="1804756994" sldId="2077"/>
            <ac:picMk id="8" creationId="{5DA05029-2DA3-6655-A9EB-72F529B57EDF}"/>
          </ac:picMkLst>
        </pc:picChg>
        <pc:picChg chg="add mod">
          <ac:chgData name="cgfa6170" userId="46cde8c4-1d5f-444e-a8bb-106eec3feaad" providerId="ADAL" clId="{A536451E-CB62-466F-86FB-D0FAE876C875}" dt="2026-01-21T15:45:55.368" v="2242" actId="1076"/>
          <ac:picMkLst>
            <pc:docMk/>
            <pc:sldMk cId="1804756994" sldId="2077"/>
            <ac:picMk id="9" creationId="{485C05C6-A17D-5C05-46A4-66623885ADBA}"/>
          </ac:picMkLst>
        </pc:picChg>
        <pc:picChg chg="add mod">
          <ac:chgData name="cgfa6170" userId="46cde8c4-1d5f-444e-a8bb-106eec3feaad" providerId="ADAL" clId="{A536451E-CB62-466F-86FB-D0FAE876C875}" dt="2026-01-21T15:46:19.244" v="2247" actId="1076"/>
          <ac:picMkLst>
            <pc:docMk/>
            <pc:sldMk cId="1804756994" sldId="2077"/>
            <ac:picMk id="16" creationId="{F72F3A24-7F41-3410-A086-6BD786FBCC49}"/>
          </ac:picMkLst>
        </pc:picChg>
      </pc:sldChg>
      <pc:sldChg chg="addSp delSp modSp add mod">
        <pc:chgData name="cgfa6170" userId="46cde8c4-1d5f-444e-a8bb-106eec3feaad" providerId="ADAL" clId="{A536451E-CB62-466F-86FB-D0FAE876C875}" dt="2026-01-21T15:56:10.013" v="2546" actId="1076"/>
        <pc:sldMkLst>
          <pc:docMk/>
          <pc:sldMk cId="1958655741" sldId="2078"/>
        </pc:sldMkLst>
        <pc:spChg chg="mod">
          <ac:chgData name="cgfa6170" userId="46cde8c4-1d5f-444e-a8bb-106eec3feaad" providerId="ADAL" clId="{A536451E-CB62-466F-86FB-D0FAE876C875}" dt="2026-01-21T15:56:01.804" v="2544" actId="1076"/>
          <ac:spMkLst>
            <pc:docMk/>
            <pc:sldMk cId="1958655741" sldId="2078"/>
            <ac:spMk id="17" creationId="{06508771-FC52-892F-C223-7EC46632A390}"/>
          </ac:spMkLst>
        </pc:spChg>
        <pc:spChg chg="mod">
          <ac:chgData name="cgfa6170" userId="46cde8c4-1d5f-444e-a8bb-106eec3feaad" providerId="ADAL" clId="{A536451E-CB62-466F-86FB-D0FAE876C875}" dt="2026-01-21T15:55:30.660" v="2538" actId="1076"/>
          <ac:spMkLst>
            <pc:docMk/>
            <pc:sldMk cId="1958655741" sldId="2078"/>
            <ac:spMk id="18" creationId="{E7A106D0-D16F-360C-9996-8B4D6809D89B}"/>
          </ac:spMkLst>
        </pc:spChg>
        <pc:spChg chg="mod">
          <ac:chgData name="cgfa6170" userId="46cde8c4-1d5f-444e-a8bb-106eec3feaad" providerId="ADAL" clId="{A536451E-CB62-466F-86FB-D0FAE876C875}" dt="2026-01-21T15:54:53.607" v="2458" actId="1076"/>
          <ac:spMkLst>
            <pc:docMk/>
            <pc:sldMk cId="1958655741" sldId="2078"/>
            <ac:spMk id="19" creationId="{7016D986-4505-821D-721E-78397DDBD7D0}"/>
          </ac:spMkLst>
        </pc:spChg>
        <pc:picChg chg="add mod">
          <ac:chgData name="cgfa6170" userId="46cde8c4-1d5f-444e-a8bb-106eec3feaad" providerId="ADAL" clId="{A536451E-CB62-466F-86FB-D0FAE876C875}" dt="2026-01-21T15:55:58.714" v="2543" actId="1076"/>
          <ac:picMkLst>
            <pc:docMk/>
            <pc:sldMk cId="1958655741" sldId="2078"/>
            <ac:picMk id="3" creationId="{3E789C80-957F-0484-E08D-D13C121F086C}"/>
          </ac:picMkLst>
        </pc:picChg>
        <pc:picChg chg="add mod">
          <ac:chgData name="cgfa6170" userId="46cde8c4-1d5f-444e-a8bb-106eec3feaad" providerId="ADAL" clId="{A536451E-CB62-466F-86FB-D0FAE876C875}" dt="2026-01-21T15:56:10.013" v="2546" actId="1076"/>
          <ac:picMkLst>
            <pc:docMk/>
            <pc:sldMk cId="1958655741" sldId="2078"/>
            <ac:picMk id="5" creationId="{E87A7E01-F5E7-52F9-0FEB-69F047B659C4}"/>
          </ac:picMkLst>
        </pc:picChg>
        <pc:picChg chg="del">
          <ac:chgData name="cgfa6170" userId="46cde8c4-1d5f-444e-a8bb-106eec3feaad" providerId="ADAL" clId="{A536451E-CB62-466F-86FB-D0FAE876C875}" dt="2026-01-21T15:51:45.637" v="2355" actId="478"/>
          <ac:picMkLst>
            <pc:docMk/>
            <pc:sldMk cId="1958655741" sldId="2078"/>
            <ac:picMk id="9" creationId="{11EF6DAC-767D-4DB5-37BC-75552B635433}"/>
          </ac:picMkLst>
        </pc:picChg>
        <pc:picChg chg="del">
          <ac:chgData name="cgfa6170" userId="46cde8c4-1d5f-444e-a8bb-106eec3feaad" providerId="ADAL" clId="{A536451E-CB62-466F-86FB-D0FAE876C875}" dt="2026-01-21T15:51:43.910" v="2354" actId="478"/>
          <ac:picMkLst>
            <pc:docMk/>
            <pc:sldMk cId="1958655741" sldId="2078"/>
            <ac:picMk id="16" creationId="{3093DBBF-361E-0AE6-694D-08C52DC70367}"/>
          </ac:picMkLst>
        </pc:picChg>
      </pc:sldChg>
      <pc:sldChg chg="addSp delSp modSp add mod">
        <pc:chgData name="cgfa6170" userId="46cde8c4-1d5f-444e-a8bb-106eec3feaad" providerId="ADAL" clId="{A536451E-CB62-466F-86FB-D0FAE876C875}" dt="2026-01-22T00:03:57.573" v="4090" actId="478"/>
        <pc:sldMkLst>
          <pc:docMk/>
          <pc:sldMk cId="1009521781" sldId="2079"/>
        </pc:sldMkLst>
        <pc:spChg chg="add mod">
          <ac:chgData name="cgfa6170" userId="46cde8c4-1d5f-444e-a8bb-106eec3feaad" providerId="ADAL" clId="{A536451E-CB62-466F-86FB-D0FAE876C875}" dt="2026-01-21T23:46:25.258" v="3922" actId="1076"/>
          <ac:spMkLst>
            <pc:docMk/>
            <pc:sldMk cId="1009521781" sldId="2079"/>
            <ac:spMk id="2" creationId="{223B3EF2-7FED-E4E5-5FC0-76DD431C35AF}"/>
          </ac:spMkLst>
        </pc:spChg>
        <pc:spChg chg="add mod">
          <ac:chgData name="cgfa6170" userId="46cde8c4-1d5f-444e-a8bb-106eec3feaad" providerId="ADAL" clId="{A536451E-CB62-466F-86FB-D0FAE876C875}" dt="2026-01-21T23:47:55.852" v="3965" actId="14100"/>
          <ac:spMkLst>
            <pc:docMk/>
            <pc:sldMk cId="1009521781" sldId="2079"/>
            <ac:spMk id="3" creationId="{4F4AA6A7-CC8F-5EC7-AB23-630CA452132E}"/>
          </ac:spMkLst>
        </pc:spChg>
        <pc:spChg chg="add mod">
          <ac:chgData name="cgfa6170" userId="46cde8c4-1d5f-444e-a8bb-106eec3feaad" providerId="ADAL" clId="{A536451E-CB62-466F-86FB-D0FAE876C875}" dt="2026-01-21T23:51:02.200" v="3998" actId="20577"/>
          <ac:spMkLst>
            <pc:docMk/>
            <pc:sldMk cId="1009521781" sldId="2079"/>
            <ac:spMk id="4" creationId="{ADA9E7A2-C182-F378-4D33-026E77CFC82E}"/>
          </ac:spMkLst>
        </pc:spChg>
        <pc:spChg chg="add del mod">
          <ac:chgData name="cgfa6170" userId="46cde8c4-1d5f-444e-a8bb-106eec3feaad" providerId="ADAL" clId="{A536451E-CB62-466F-86FB-D0FAE876C875}" dt="2026-01-22T00:03:57.573" v="4090" actId="478"/>
          <ac:spMkLst>
            <pc:docMk/>
            <pc:sldMk cId="1009521781" sldId="2079"/>
            <ac:spMk id="5" creationId="{E160687D-3B7A-82C0-140E-E68D7DEBE586}"/>
          </ac:spMkLst>
        </pc:spChg>
        <pc:spChg chg="mod">
          <ac:chgData name="cgfa6170" userId="46cde8c4-1d5f-444e-a8bb-106eec3feaad" providerId="ADAL" clId="{A536451E-CB62-466F-86FB-D0FAE876C875}" dt="2026-01-21T23:43:26.605" v="3865" actId="27636"/>
          <ac:spMkLst>
            <pc:docMk/>
            <pc:sldMk cId="1009521781" sldId="2079"/>
            <ac:spMk id="7" creationId="{2B8E83CA-CFAE-4900-9BEE-979834A48AFD}"/>
          </ac:spMkLst>
        </pc:spChg>
      </pc:sldChg>
      <pc:sldChg chg="add">
        <pc:chgData name="cgfa6170" userId="46cde8c4-1d5f-444e-a8bb-106eec3feaad" providerId="ADAL" clId="{A536451E-CB62-466F-86FB-D0FAE876C875}" dt="2026-01-21T16:48:20.866" v="2550"/>
        <pc:sldMkLst>
          <pc:docMk/>
          <pc:sldMk cId="3399779323" sldId="20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CD52C-E339-4CC8-899A-3305B43DBC1C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DA467-CA9D-47F1-9DDE-95DEAEE98E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81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74-D70D-448B-9A15-5674C1B95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380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EFE0A-A86F-7D21-99D7-5E8365D4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3ADC1E6-F5E0-7C5D-BEC4-9362145B7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4C6F7E-C56B-0898-2349-10CED49D7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DFS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4E48F5-DAE2-A80E-EB44-E7B2C99CA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F6BC6-873C-4A29-AA8C-8B321C87FA9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4465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D80AD-7445-45F3-44D8-0147A6CC8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4231907-99B0-2602-B088-7D9253885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7275AB7-1202-176A-21F1-96E8FED5B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DFS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0573BC-D346-8FE5-FA32-E06217BC5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F6BC6-873C-4A29-AA8C-8B321C87FA9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065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5538-3D88-0C73-57E2-E58E01DC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F0DC8DA-BF85-46AF-F3A7-52AC56768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2660C5E-8A59-EDE3-65F6-0C9E68B82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DFS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928AC5-D70A-21A2-4B98-A6044C677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F6BC6-873C-4A29-AA8C-8B321C87FA9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7675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F7E087-EBBF-5DEB-82B1-D170D5C02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C18E22-20CD-A506-52BF-DDEA425EA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A6EDCB-9E29-DC50-650D-B94526F0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2F8455-81D6-8E75-DBE1-72B9850C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ED954A-1697-0207-7F74-E64832D1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0720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5FB53C-94CF-3711-2632-9A19DD18F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E8D7ED-A5A4-E0E6-0506-9A0A1169F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F68F3-B844-CE25-8B17-4FBBF6EB3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1EFFB9-1BBE-B852-73F1-D19347A69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DAB13B-A0B3-67B9-C05B-61A19D34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097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136F0B-1392-A805-1831-3F2DAB6B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7A3AF4-0B83-AB23-5D55-E2EC0E062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4BF05E-14D2-0BF8-5BE1-97005C36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2BBA2F-75B7-E8C8-BC52-778E82A86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06EF53-3418-D4CC-FC93-DF7F25E4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3876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65E1EF-24E5-F1B4-A91D-F774C0B4C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2484C2-C55F-EA1A-1451-18B807776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0B2E76-AEB9-C587-9982-94C80BC22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39E98C-56E8-FB77-547F-79DDAB88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BFD4A8-2889-FF8A-2A0E-96BEB2FA6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B46DA5-CB1C-EEE7-09EA-A63ECEB2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91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F48D5C-9E1E-D89B-DA40-A47E1376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5CBD44-C9B2-F332-0528-00C3EA6A3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7113C3-9DC5-3E63-1E73-960795B66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F49788B-D72F-1DA7-65DF-E8D592C88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BB8E90-29C7-0536-05E5-9A563DE41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DCEA6E-49A0-5453-90F8-FE7E1DBA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FCAB50E-F5A9-0A0D-19D7-7403FB85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7B25251-757E-531C-FE6F-E6A723F1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5777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FDFB29-72A7-3DD8-86DA-BF782300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F703F15-7F4A-98E7-5DEE-16998BEC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A9F4A9B-E0E5-2291-D0E7-86816FDA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D27DE01-043C-61BE-752B-AE770154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9681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06F0E5D-372F-371C-DC6A-80F17039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1025031-EF6D-0172-E64C-A79C70FCA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222A00-3B7F-B3B1-2205-5AD150A9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74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16877C-996A-CBF9-0AF8-5B13BE7D3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FF83C2-5F38-6EA3-8BE6-FEB0CEF8A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2922F8-BDAE-5213-0FBE-222DFDAF7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CA0828-198D-73E2-92EB-B4F92713D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C8B9F6A-148C-3BC8-DA1C-AD0F416C1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A4DFAB-FD6C-27D1-F309-0BEC907B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53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9E425F-B5A3-AC27-C67A-A75764AD6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9229442-1DB5-617F-C9A4-F96A1AC17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A24955-1358-4EB4-11A7-5FF54AC03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4EFF28-CFB2-FB1D-D49C-EDFBA9385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96E10C-415C-2CD0-5779-FAC601685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5A2F11-A44B-D842-D14D-F3A00E4C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0513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5AE9CF-7710-8CE6-CDA2-D98ED3B28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1E5FDA-D5A4-3289-52D4-65FF23065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366D9E-7015-4735-4195-77281B8BE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B2C2DB-EF18-8CAC-1D4F-55317935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F91067-4B4E-E279-3148-BAD9BF7A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556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7A1AAF-5A38-3668-3E04-5FF3E203C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4B1FD6-026A-CC7C-9076-843D7E997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5194C7-7293-9E5D-113C-994010578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7FF10E-3085-CDAF-4C5D-F304F743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A9860E-5446-FBCB-4D15-49FF6F1D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362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pt_04.jpg">
            <a:extLst>
              <a:ext uri="{FF2B5EF4-FFF2-40B4-BE49-F238E27FC236}">
                <a16:creationId xmlns:a16="http://schemas.microsoft.com/office/drawing/2014/main" id="{3364F071-DE65-4273-91FA-DD21E91E2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黒">
            <a:extLst>
              <a:ext uri="{FF2B5EF4-FFF2-40B4-BE49-F238E27FC236}">
                <a16:creationId xmlns:a16="http://schemas.microsoft.com/office/drawing/2014/main" id="{06EF6DD9-5408-4669-8953-6DEA73AD42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C3756405-64EA-43DC-8D5D-43AC388E3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200" y="2765869"/>
            <a:ext cx="10677600" cy="2386800"/>
          </a:xfrm>
        </p:spPr>
        <p:txBody>
          <a:bodyPr lIns="0" tIns="0" rIns="0" bIns="0" anchor="t">
            <a:normAutofit/>
          </a:bodyPr>
          <a:lstStyle>
            <a:lvl1pPr algn="l">
              <a:defRPr sz="5200" b="1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276482B5-2179-4922-ACB9-185DE18F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00" y="5309914"/>
            <a:ext cx="10677563" cy="4680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1C44F3EB-BC3F-4425-8C93-BC899B04B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00" y="6420774"/>
            <a:ext cx="10677600" cy="360000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日付・会場など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65D397D-3B41-4AF7-95EB-6C3983EF6E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00" y="5800193"/>
            <a:ext cx="10677600" cy="36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kumimoji="1" lang="ja-JP" altLang="en-US"/>
              <a:t>所属</a:t>
            </a:r>
          </a:p>
        </p:txBody>
      </p:sp>
    </p:spTree>
    <p:extLst>
      <p:ext uri="{BB962C8B-B14F-4D97-AF65-F5344CB8AC3E}">
        <p14:creationId xmlns:p14="http://schemas.microsoft.com/office/powerpoint/2010/main" val="1648229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5F1B5A-F194-4C25-ADCC-C9851CDE401F}"/>
              </a:ext>
            </a:extLst>
          </p:cNvPr>
          <p:cNvSpPr/>
          <p:nvPr/>
        </p:nvSpPr>
        <p:spPr>
          <a:xfrm>
            <a:off x="-1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6139CD-2273-4AFD-A61C-42970AC41B43}"/>
              </a:ext>
            </a:extLst>
          </p:cNvPr>
          <p:cNvCxnSpPr>
            <a:cxnSpLocks/>
          </p:cNvCxnSpPr>
          <p:nvPr/>
        </p:nvCxnSpPr>
        <p:spPr>
          <a:xfrm>
            <a:off x="143999" y="828000"/>
            <a:ext cx="11928001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92EC8F-97B9-4838-A1D0-72C6F9B7D7DD}"/>
              </a:ext>
            </a:extLst>
          </p:cNvPr>
          <p:cNvCxnSpPr>
            <a:cxnSpLocks/>
          </p:cNvCxnSpPr>
          <p:nvPr/>
        </p:nvCxnSpPr>
        <p:spPr>
          <a:xfrm>
            <a:off x="0" y="828000"/>
            <a:ext cx="14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68E39387-4B0F-4890-A36C-50768E77C88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84" y="-63833"/>
            <a:ext cx="1548000" cy="997369"/>
          </a:xfrm>
          <a:prstGeom prst="rect">
            <a:avLst/>
          </a:prstGeom>
        </p:spPr>
      </p:pic>
      <p:sp>
        <p:nvSpPr>
          <p:cNvPr id="12" name="タイトル 11">
            <a:extLst>
              <a:ext uri="{FF2B5EF4-FFF2-40B4-BE49-F238E27FC236}">
                <a16:creationId xmlns:a16="http://schemas.microsoft.com/office/drawing/2014/main" id="{9C135227-6D9F-43A2-9359-62BE582A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4" y="215662"/>
            <a:ext cx="10731600" cy="648000"/>
          </a:xfrm>
        </p:spPr>
        <p:txBody>
          <a:bodyPr>
            <a:normAutofit/>
          </a:bodyPr>
          <a:lstStyle>
            <a:lvl1pPr>
              <a:defRPr sz="3200" b="1" baseline="0"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8BDBBF7-5AF0-484C-8F5D-2E63514725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1086209"/>
            <a:ext cx="11483999" cy="5554800"/>
          </a:xfrm>
        </p:spPr>
        <p:txBody>
          <a:bodyPr lIns="0" tIns="0" rIns="0" bIns="0"/>
          <a:lstStyle>
            <a:lvl1pPr marL="457200" indent="-288000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8001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2pPr>
            <a:lvl3pPr marL="12573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3pPr>
            <a:lvl4pPr marL="16573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4pPr>
            <a:lvl5pPr marL="21145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3425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E635AEF-5FF2-8DB9-457F-28C62B138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25146E-A69A-FA71-EA58-66B8FE15D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8DAF53-E1D8-BB24-D1E8-1E4E4CB9D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6F1E1A-9EFA-476D-B102-9D788A9EDBD3}" type="datetimeFigureOut">
              <a:rPr kumimoji="1" lang="ja-JP" altLang="en-US" smtClean="0"/>
              <a:t>2026/1/22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C45289-D995-3665-994E-16DAC336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833DF4-E415-FE30-DE0B-ACA75CE4A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ABDE8-B41D-4BEE-BF65-CB922F48B9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57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801E7-1C75-4533-8F2E-E1D0D7057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地球観測社会システム</a:t>
            </a:r>
            <a:br>
              <a:rPr lang="en-US" altLang="ja-JP" dirty="0"/>
            </a:br>
            <a:r>
              <a:rPr lang="ja-JP" altLang="en-US" dirty="0"/>
              <a:t>第</a:t>
            </a:r>
            <a:r>
              <a:rPr lang="en-US" altLang="ja-JP" dirty="0"/>
              <a:t>12</a:t>
            </a:r>
            <a:r>
              <a:rPr lang="ja-JP" altLang="en-US" dirty="0"/>
              <a:t>回経過報告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DAE8FC-4B19-40DC-8D83-16DD22904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宮澤健人</a:t>
            </a:r>
          </a:p>
          <a:p>
            <a:endParaRPr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1BD750-A000-43E0-95F7-FD10619C9F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TW" altLang="en-US" dirty="0"/>
              <a:t>千葉大学</a:t>
            </a:r>
            <a:r>
              <a:rPr lang="ja-JP" altLang="en-US" dirty="0"/>
              <a:t>大学院　融合理工学府　リモートセンシングコース</a:t>
            </a:r>
            <a:r>
              <a:rPr lang="en-US" altLang="ja-JP" dirty="0"/>
              <a:t>1</a:t>
            </a:r>
            <a:r>
              <a:rPr lang="ja-JP" altLang="en-US" dirty="0"/>
              <a:t>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7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1C9F-35A0-B840-1505-7E5E4C41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1B4A2B83-A671-4AF2-B27C-DD6F1C1C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前回までの進捗</a:t>
            </a:r>
          </a:p>
        </p:txBody>
      </p:sp>
      <p:pic>
        <p:nvPicPr>
          <p:cNvPr id="4" name="コンテンツ プレースホルダー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2193F5B2-47CF-78C8-3E5D-CDC4EA58096B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264544" y="863662"/>
            <a:ext cx="6243011" cy="1260000"/>
          </a:xfrm>
          <a:prstGeom prst="rect">
            <a:avLst/>
          </a:prstGeom>
        </p:spPr>
      </p:pic>
      <p:pic>
        <p:nvPicPr>
          <p:cNvPr id="8" name="図 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71D9D06-0722-54F5-EDB2-D0360F574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989" y="863662"/>
            <a:ext cx="5436467" cy="1296000"/>
          </a:xfrm>
          <a:prstGeom prst="rect">
            <a:avLst/>
          </a:prstGeom>
        </p:spPr>
      </p:pic>
      <p:pic>
        <p:nvPicPr>
          <p:cNvPr id="13" name="図 12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093F1C4B-C41D-EBDA-7A9C-329C2234E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3536888"/>
            <a:ext cx="3840000" cy="2880000"/>
          </a:xfrm>
          <a:prstGeom prst="rect">
            <a:avLst/>
          </a:prstGeom>
        </p:spPr>
      </p:pic>
      <p:pic>
        <p:nvPicPr>
          <p:cNvPr id="15" name="図 14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7195329-D527-0E66-7A0C-B9515EFAB8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29"/>
          <a:stretch>
            <a:fillRect/>
          </a:stretch>
        </p:blipFill>
        <p:spPr>
          <a:xfrm>
            <a:off x="3671484" y="3536888"/>
            <a:ext cx="3689119" cy="2880000"/>
          </a:xfrm>
          <a:prstGeom prst="rect">
            <a:avLst/>
          </a:prstGeom>
        </p:spPr>
      </p:pic>
      <p:pic>
        <p:nvPicPr>
          <p:cNvPr id="11" name="図 10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269E8DF-B54D-841F-723B-CBBD08C7B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603" y="4020713"/>
            <a:ext cx="4737717" cy="2160000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8190A44-22B4-E540-4BF3-B99617E35DEB}"/>
              </a:ext>
            </a:extLst>
          </p:cNvPr>
          <p:cNvSpPr txBox="1"/>
          <p:nvPr/>
        </p:nvSpPr>
        <p:spPr>
          <a:xfrm>
            <a:off x="3067050" y="2286000"/>
            <a:ext cx="7929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事前インフレーション分布の分散パラメータ別の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インフレーションの推移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E323DF8-FECF-33D6-E191-1395B2BB7311}"/>
              </a:ext>
            </a:extLst>
          </p:cNvPr>
          <p:cNvSpPr txBox="1"/>
          <p:nvPr/>
        </p:nvSpPr>
        <p:spPr>
          <a:xfrm>
            <a:off x="1343025" y="3460881"/>
            <a:ext cx="1819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全期間</a:t>
            </a:r>
            <a:r>
              <a:rPr kumimoji="1" lang="en-US" altLang="ja-JP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(110</a:t>
            </a:r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2D98FE4-A092-B66D-E23C-9BA22C19998F}"/>
              </a:ext>
            </a:extLst>
          </p:cNvPr>
          <p:cNvSpPr txBox="1"/>
          <p:nvPr/>
        </p:nvSpPr>
        <p:spPr>
          <a:xfrm>
            <a:off x="4606405" y="3425894"/>
            <a:ext cx="1819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最後の</a:t>
            </a:r>
            <a:r>
              <a:rPr kumimoji="1" lang="en-US" altLang="ja-JP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FBD1222-9957-2DBE-6595-23386E211E5D}"/>
              </a:ext>
            </a:extLst>
          </p:cNvPr>
          <p:cNvSpPr txBox="1"/>
          <p:nvPr/>
        </p:nvSpPr>
        <p:spPr>
          <a:xfrm>
            <a:off x="7936508" y="3745651"/>
            <a:ext cx="1819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全期間</a:t>
            </a:r>
            <a:r>
              <a:rPr kumimoji="1" lang="en-US" altLang="ja-JP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(110</a:t>
            </a:r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F5A3A0D-11EC-854A-35AF-F4784DD133B1}"/>
              </a:ext>
            </a:extLst>
          </p:cNvPr>
          <p:cNvSpPr txBox="1"/>
          <p:nvPr/>
        </p:nvSpPr>
        <p:spPr>
          <a:xfrm>
            <a:off x="10182225" y="3740219"/>
            <a:ext cx="1819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最後の</a:t>
            </a:r>
            <a:r>
              <a:rPr kumimoji="1" lang="en-US" altLang="ja-JP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F801E99-1E62-5883-ECED-C59DB0684677}"/>
              </a:ext>
            </a:extLst>
          </p:cNvPr>
          <p:cNvSpPr txBox="1"/>
          <p:nvPr/>
        </p:nvSpPr>
        <p:spPr>
          <a:xfrm>
            <a:off x="3297075" y="3056562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&lt;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実験結果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&gt;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7647D6B-0892-7909-1443-5AEC028C5D8E}"/>
              </a:ext>
            </a:extLst>
          </p:cNvPr>
          <p:cNvSpPr txBox="1"/>
          <p:nvPr/>
        </p:nvSpPr>
        <p:spPr>
          <a:xfrm>
            <a:off x="8846145" y="3065315"/>
            <a:ext cx="2411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&lt;Miyoshi(2011)&gt;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64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1C9F-35A0-B840-1505-7E5E4C41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1B4A2B83-A671-4AF2-B27C-DD6F1C1C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検証実験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2FBD2164-7476-4422-50E2-93444D1102BB}"/>
                  </a:ext>
                </a:extLst>
              </p:cNvPr>
              <p:cNvSpPr>
                <a:spLocks noGrp="1"/>
              </p:cNvSpPr>
              <p:nvPr>
                <p:ph idx="10"/>
              </p:nvPr>
            </p:nvSpPr>
            <p:spPr>
              <a:xfrm>
                <a:off x="353999" y="981075"/>
                <a:ext cx="11483999" cy="5659934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altLang="ja-JP" sz="2400" dirty="0"/>
                  <a:t>Miyoshi(2011)</a:t>
                </a:r>
                <a:r>
                  <a:rPr lang="ja-JP" altLang="en-US" sz="2400" dirty="0"/>
                  <a:t>と同様な</a:t>
                </a:r>
                <a:r>
                  <a:rPr lang="en-US" altLang="ja-JP" sz="2400" dirty="0"/>
                  <a:t>LETKF</a:t>
                </a:r>
                <a:r>
                  <a:rPr lang="ja-JP" altLang="en-US" sz="2400" dirty="0"/>
                  <a:t>に動的共分散膨張を取り入れた場合の実験を行った</a:t>
                </a:r>
                <a:endParaRPr lang="en-US" altLang="ja-JP" sz="2400" dirty="0"/>
              </a:p>
              <a:p>
                <a:pPr marL="512100" lvl="1" indent="0">
                  <a:buNone/>
                </a:pPr>
                <a:r>
                  <a:rPr lang="en-US" altLang="ja-JP" sz="2400" dirty="0"/>
                  <a:t>&lt;</a:t>
                </a:r>
                <a:r>
                  <a:rPr lang="ja-JP" altLang="en-US" sz="2400" dirty="0"/>
                  <a:t>実験設定</a:t>
                </a:r>
                <a:r>
                  <a:rPr lang="en-US" altLang="ja-JP" sz="2400" dirty="0"/>
                  <a:t>&gt;</a:t>
                </a:r>
              </a:p>
              <a:p>
                <a:pPr lvl="1"/>
                <a:r>
                  <a:rPr lang="ja-JP" altLang="en-US" sz="2400" dirty="0"/>
                  <a:t>状態変数：</a:t>
                </a:r>
                <a:r>
                  <a:rPr lang="en-US" altLang="ja-JP" sz="2400" dirty="0"/>
                  <a:t>40</a:t>
                </a:r>
                <a:r>
                  <a:rPr lang="ja-JP" altLang="en-US" sz="2400" dirty="0"/>
                  <a:t>地点</a:t>
                </a:r>
                <a:endParaRPr lang="en-US" altLang="ja-JP" sz="2400" dirty="0"/>
              </a:p>
              <a:p>
                <a:pPr lvl="1"/>
                <a:r>
                  <a:rPr lang="ja-JP" altLang="en-US" sz="2400" dirty="0"/>
                  <a:t>観測地点数：</a:t>
                </a:r>
                <a:r>
                  <a:rPr lang="en-US" altLang="ja-JP" sz="2400" dirty="0"/>
                  <a:t>20</a:t>
                </a:r>
                <a:r>
                  <a:rPr lang="ja-JP" altLang="en-US" sz="2400" dirty="0"/>
                  <a:t>地点</a:t>
                </a:r>
                <a:br>
                  <a:rPr lang="en-US" altLang="ja-JP" sz="2400" dirty="0"/>
                </a:br>
                <a:r>
                  <a:rPr lang="en-US" altLang="ja-JP" sz="2400" dirty="0"/>
                  <a:t>(</a:t>
                </a:r>
                <a:r>
                  <a:rPr lang="ja-JP" altLang="en-US" sz="2400" dirty="0"/>
                  <a:t>インデックス</a:t>
                </a:r>
                <a:r>
                  <a:rPr lang="en-US" altLang="ja-JP" sz="2400" dirty="0"/>
                  <a:t>0~19</a:t>
                </a:r>
                <a:r>
                  <a:rPr lang="ja-JP" altLang="en-US" sz="2400" dirty="0"/>
                  <a:t>を陸域</a:t>
                </a:r>
                <a:r>
                  <a:rPr lang="en-US" altLang="ja-JP" sz="2400" dirty="0"/>
                  <a:t>(</a:t>
                </a:r>
                <a:r>
                  <a:rPr lang="ja-JP" altLang="en-US" sz="2400" dirty="0"/>
                  <a:t>観測有</a:t>
                </a:r>
                <a:r>
                  <a:rPr lang="en-US" altLang="ja-JP" sz="2400" dirty="0"/>
                  <a:t>)</a:t>
                </a:r>
                <a:r>
                  <a:rPr lang="ja-JP" altLang="en-US" sz="2400" dirty="0"/>
                  <a:t>、インデックス</a:t>
                </a:r>
                <a:r>
                  <a:rPr lang="en-US" altLang="ja-JP" sz="2400" dirty="0"/>
                  <a:t>20~39</a:t>
                </a:r>
                <a:r>
                  <a:rPr lang="ja-JP" altLang="en-US" sz="2400" dirty="0"/>
                  <a:t>を海域</a:t>
                </a:r>
                <a:r>
                  <a:rPr lang="en-US" altLang="ja-JP" sz="2400" dirty="0"/>
                  <a:t>(</a:t>
                </a:r>
                <a:r>
                  <a:rPr lang="ja-JP" altLang="en-US" sz="2400" dirty="0"/>
                  <a:t>観測無</a:t>
                </a:r>
                <a:r>
                  <a:rPr lang="en-US" altLang="ja-JP" sz="2400" dirty="0"/>
                  <a:t>)</a:t>
                </a:r>
                <a:r>
                  <a:rPr lang="ja-JP" altLang="en-US" sz="2400" dirty="0"/>
                  <a:t>とした</a:t>
                </a:r>
                <a:r>
                  <a:rPr lang="en-US" altLang="ja-JP" sz="2400" dirty="0"/>
                  <a:t>)</a:t>
                </a:r>
              </a:p>
              <a:p>
                <a:pPr lvl="1"/>
                <a:r>
                  <a:rPr lang="ja-JP" altLang="en-US" sz="2400" dirty="0"/>
                  <a:t>期間：</a:t>
                </a:r>
                <a:r>
                  <a:rPr lang="en-US" altLang="ja-JP" sz="2400" dirty="0"/>
                  <a:t>110</a:t>
                </a:r>
                <a:r>
                  <a:rPr lang="ja-JP" altLang="en-US" sz="2400" dirty="0"/>
                  <a:t>年</a:t>
                </a:r>
                <a:r>
                  <a:rPr lang="en-US" altLang="ja-JP" sz="2400" dirty="0"/>
                  <a:t>(</a:t>
                </a:r>
                <a:r>
                  <a:rPr lang="ja-JP" altLang="en-US" sz="2400" dirty="0"/>
                  <a:t>スピンアップ期間</a:t>
                </a:r>
                <a:r>
                  <a:rPr lang="en-US" altLang="ja-JP" sz="2400" dirty="0"/>
                  <a:t>10</a:t>
                </a:r>
                <a:r>
                  <a:rPr lang="ja-JP" altLang="en-US" sz="2400" dirty="0"/>
                  <a:t>年</a:t>
                </a:r>
                <a:r>
                  <a:rPr lang="en-US" altLang="ja-JP" sz="2400" dirty="0"/>
                  <a:t>)</a:t>
                </a:r>
              </a:p>
              <a:p>
                <a:pPr lvl="1"/>
                <a:r>
                  <a:rPr lang="ja-JP" altLang="en-US" sz="2400" dirty="0"/>
                  <a:t>インフレーションを</a:t>
                </a:r>
                <a:r>
                  <a:rPr lang="en-US" altLang="ja-JP" sz="2400" dirty="0"/>
                  <a:t>1.5%</a:t>
                </a:r>
                <a:r>
                  <a:rPr lang="ja-JP" altLang="en-US" sz="2400" dirty="0"/>
                  <a:t>で固定した結果と事前分布の分散パラメーター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r>
                  <a:rPr lang="ja-JP" altLang="en-US" sz="2400" dirty="0"/>
                  <a:t>を</a:t>
                </a:r>
                <a:br>
                  <a:rPr lang="en-US" altLang="ja-JP" sz="24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0.01</m:t>
                        </m:r>
                      </m:e>
                      <m:sup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0.02</m:t>
                        </m:r>
                      </m:e>
                      <m:sup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0.04</m:t>
                        </m:r>
                      </m:e>
                      <m:sup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0.08</m:t>
                        </m:r>
                      </m:e>
                      <m:sup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と設定した結果を比較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2FBD2164-7476-4422-50E2-93444D1102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353999" y="981075"/>
                <a:ext cx="11483999" cy="5659934"/>
              </a:xfrm>
              <a:blipFill>
                <a:blip r:embed="rId2"/>
                <a:stretch>
                  <a:fillRect t="-2155" r="-13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392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AE6D-5B81-B981-8E59-E6E8765BC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4F4CA24-1BE6-0FA4-BF5C-C748CFC6B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結果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コンテンツ プレースホルダー 9">
                <a:extLst>
                  <a:ext uri="{FF2B5EF4-FFF2-40B4-BE49-F238E27FC236}">
                    <a16:creationId xmlns:a16="http://schemas.microsoft.com/office/drawing/2014/main" id="{01318B61-ECC6-D766-7FC8-5301F39A3526}"/>
                  </a:ext>
                </a:extLst>
              </p:cNvPr>
              <p:cNvGraphicFramePr>
                <a:graphicFrameLocks noGrp="1"/>
              </p:cNvGraphicFramePr>
              <p:nvPr>
                <p:ph idx="10"/>
              </p:nvPr>
            </p:nvGraphicFramePr>
            <p:xfrm>
              <a:off x="264544" y="4308744"/>
              <a:ext cx="5913033" cy="200152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971011">
                      <a:extLst>
                        <a:ext uri="{9D8B030D-6E8A-4147-A177-3AD203B41FA5}">
                          <a16:colId xmlns:a16="http://schemas.microsoft.com/office/drawing/2014/main" val="1026455659"/>
                        </a:ext>
                      </a:extLst>
                    </a:gridCol>
                    <a:gridCol w="1971011">
                      <a:extLst>
                        <a:ext uri="{9D8B030D-6E8A-4147-A177-3AD203B41FA5}">
                          <a16:colId xmlns:a16="http://schemas.microsoft.com/office/drawing/2014/main" val="1940684668"/>
                        </a:ext>
                      </a:extLst>
                    </a:gridCol>
                    <a:gridCol w="1971011">
                      <a:extLst>
                        <a:ext uri="{9D8B030D-6E8A-4147-A177-3AD203B41FA5}">
                          <a16:colId xmlns:a16="http://schemas.microsoft.com/office/drawing/2014/main" val="41172954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1400" dirty="0"/>
                            <a:t>事前インフレーション分散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1400" dirty="0"/>
                            <a:t>陸上の</a:t>
                          </a:r>
                          <a:endParaRPr kumimoji="1" lang="en-US" altLang="ja-JP" sz="1400" dirty="0"/>
                        </a:p>
                        <a:p>
                          <a:pPr algn="ctr"/>
                          <a:r>
                            <a:rPr kumimoji="1" lang="ja-JP" altLang="en-US" sz="1400" dirty="0"/>
                            <a:t>インフレーション</a:t>
                          </a:r>
                          <a:r>
                            <a:rPr kumimoji="1" lang="en-US" altLang="ja-JP" sz="1400" dirty="0"/>
                            <a:t>(%)</a:t>
                          </a:r>
                          <a:endParaRPr kumimoji="1" lang="ja-JP" altLang="en-US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1400" dirty="0"/>
                            <a:t>海上の</a:t>
                          </a:r>
                          <a:br>
                            <a:rPr kumimoji="1" lang="en-US" altLang="ja-JP" sz="1400" dirty="0"/>
                          </a:br>
                          <a:r>
                            <a:rPr kumimoji="1" lang="ja-JP" altLang="en-US" sz="1400" dirty="0"/>
                            <a:t>インフレーション</a:t>
                          </a:r>
                          <a:r>
                            <a:rPr kumimoji="1" lang="en-US" altLang="ja-JP" sz="1400" dirty="0"/>
                            <a:t>(%)</a:t>
                          </a:r>
                          <a:endParaRPr kumimoji="1" lang="ja-JP" altLang="en-US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7759994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  <m:t>0.01</m:t>
                                    </m:r>
                                  </m:e>
                                  <m:sup>
                                    <m: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2.42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1.01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99311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  <m:t>0.02</m:t>
                                    </m:r>
                                  </m:e>
                                  <m:sup>
                                    <m: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2.51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1.14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7023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  <m:t>0.04</m:t>
                                    </m:r>
                                  </m:e>
                                  <m:sup>
                                    <m: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2.40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1.22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49074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  <m:t>0.08</m:t>
                                    </m:r>
                                  </m:e>
                                  <m:sup>
                                    <m:r>
                                      <a:rPr kumimoji="1" lang="en-US" altLang="ja-JP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2.27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1.40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08239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コンテンツ プレースホルダー 9">
                <a:extLst>
                  <a:ext uri="{FF2B5EF4-FFF2-40B4-BE49-F238E27FC236}">
                    <a16:creationId xmlns:a16="http://schemas.microsoft.com/office/drawing/2014/main" id="{01318B61-ECC6-D766-7FC8-5301F39A3526}"/>
                  </a:ext>
                </a:extLst>
              </p:cNvPr>
              <p:cNvGraphicFramePr>
                <a:graphicFrameLocks noGrp="1"/>
              </p:cNvGraphicFramePr>
              <p:nvPr>
                <p:ph idx="10"/>
              </p:nvPr>
            </p:nvGraphicFramePr>
            <p:xfrm>
              <a:off x="264544" y="4308744"/>
              <a:ext cx="5913033" cy="200152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971011">
                      <a:extLst>
                        <a:ext uri="{9D8B030D-6E8A-4147-A177-3AD203B41FA5}">
                          <a16:colId xmlns:a16="http://schemas.microsoft.com/office/drawing/2014/main" val="1026455659"/>
                        </a:ext>
                      </a:extLst>
                    </a:gridCol>
                    <a:gridCol w="1971011">
                      <a:extLst>
                        <a:ext uri="{9D8B030D-6E8A-4147-A177-3AD203B41FA5}">
                          <a16:colId xmlns:a16="http://schemas.microsoft.com/office/drawing/2014/main" val="1940684668"/>
                        </a:ext>
                      </a:extLst>
                    </a:gridCol>
                    <a:gridCol w="1971011">
                      <a:extLst>
                        <a:ext uri="{9D8B030D-6E8A-4147-A177-3AD203B41FA5}">
                          <a16:colId xmlns:a16="http://schemas.microsoft.com/office/drawing/2014/main" val="4117295479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1400" dirty="0"/>
                            <a:t>事前インフレーション分散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1400" dirty="0"/>
                            <a:t>陸上の</a:t>
                          </a:r>
                          <a:endParaRPr kumimoji="1" lang="en-US" altLang="ja-JP" sz="1400" dirty="0"/>
                        </a:p>
                        <a:p>
                          <a:pPr algn="ctr"/>
                          <a:r>
                            <a:rPr kumimoji="1" lang="ja-JP" altLang="en-US" sz="1400" dirty="0"/>
                            <a:t>インフレーション</a:t>
                          </a:r>
                          <a:r>
                            <a:rPr kumimoji="1" lang="en-US" altLang="ja-JP" sz="1400" dirty="0"/>
                            <a:t>(%)</a:t>
                          </a:r>
                          <a:endParaRPr kumimoji="1" lang="ja-JP" altLang="en-US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1400" dirty="0"/>
                            <a:t>海上の</a:t>
                          </a:r>
                          <a:br>
                            <a:rPr kumimoji="1" lang="en-US" altLang="ja-JP" sz="1400" dirty="0"/>
                          </a:br>
                          <a:r>
                            <a:rPr kumimoji="1" lang="ja-JP" altLang="en-US" sz="1400" dirty="0"/>
                            <a:t>インフレーション</a:t>
                          </a:r>
                          <a:r>
                            <a:rPr kumimoji="1" lang="en-US" altLang="ja-JP" sz="1400" dirty="0"/>
                            <a:t>(%)</a:t>
                          </a:r>
                          <a:endParaRPr kumimoji="1" lang="ja-JP" altLang="en-US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7759994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138710" r="-200000" b="-3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2.42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1.01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99311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42623" r="-20000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2.51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1.14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7023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342623" r="-200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2.40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1.22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49074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442623" r="-2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2.27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/>
                            <a:t>1.40</a:t>
                          </a:r>
                          <a:endParaRPr kumimoji="1" lang="ja-JP" altLang="en-US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082399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図 7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6D5C2FCD-9DEC-C90E-3CFD-CF5420617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046" y="4382588"/>
            <a:ext cx="5792008" cy="191479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49E0887-4844-29A0-5E24-BCA0225AC354}"/>
              </a:ext>
            </a:extLst>
          </p:cNvPr>
          <p:cNvSpPr txBox="1"/>
          <p:nvPr/>
        </p:nvSpPr>
        <p:spPr>
          <a:xfrm>
            <a:off x="3035796" y="3930659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&lt;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実験結果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&gt;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AF75058-8887-5898-6BE1-C3B90A83B67F}"/>
              </a:ext>
            </a:extLst>
          </p:cNvPr>
          <p:cNvSpPr txBox="1"/>
          <p:nvPr/>
        </p:nvSpPr>
        <p:spPr>
          <a:xfrm>
            <a:off x="8584866" y="3939412"/>
            <a:ext cx="2411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&lt;Miyoshi(2011)&gt;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コンテンツ プレースホルダー 6">
            <a:extLst>
              <a:ext uri="{FF2B5EF4-FFF2-40B4-BE49-F238E27FC236}">
                <a16:creationId xmlns:a16="http://schemas.microsoft.com/office/drawing/2014/main" id="{1DA54DA9-4081-284E-1D3B-7DCAA88328AC}"/>
              </a:ext>
            </a:extLst>
          </p:cNvPr>
          <p:cNvSpPr txBox="1">
            <a:spLocks/>
          </p:cNvSpPr>
          <p:nvPr/>
        </p:nvSpPr>
        <p:spPr>
          <a:xfrm>
            <a:off x="353999" y="981075"/>
            <a:ext cx="11483999" cy="565993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indent="-2880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+mn-cs"/>
              </a:defRPr>
            </a:lvl1pPr>
            <a:lvl2pPr marL="8001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+mn-cs"/>
              </a:defRPr>
            </a:lvl2pPr>
            <a:lvl3pPr marL="12573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+mn-cs"/>
              </a:defRPr>
            </a:lvl3pPr>
            <a:lvl4pPr marL="165735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+mn-cs"/>
              </a:defRPr>
            </a:lvl4pPr>
            <a:lvl5pPr marL="211455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ja-JP" altLang="en-US" sz="2400" dirty="0"/>
              <a:t>インフレーションの期間平均は</a:t>
            </a:r>
            <a:r>
              <a:rPr lang="en-US" altLang="ja-JP" sz="2400" dirty="0"/>
              <a:t>Miyoshi(2011)</a:t>
            </a:r>
            <a:r>
              <a:rPr lang="ja-JP" altLang="en-US" sz="2400" dirty="0"/>
              <a:t>よりも低くなった</a:t>
            </a:r>
            <a:endParaRPr lang="en-US" altLang="ja-JP" sz="2400" dirty="0"/>
          </a:p>
          <a:p>
            <a:pPr lvl="1"/>
            <a:r>
              <a:rPr lang="ja-JP" altLang="en-US" sz="2400" dirty="0"/>
              <a:t>一方で、陸上の方が海上よりもインフレーションが高い傾向は一致</a:t>
            </a:r>
            <a:endParaRPr lang="en-US" altLang="ja-JP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AB15E45-8EC8-773E-32D9-3C40002DCA1B}"/>
              </a:ext>
            </a:extLst>
          </p:cNvPr>
          <p:cNvSpPr txBox="1"/>
          <p:nvPr/>
        </p:nvSpPr>
        <p:spPr>
          <a:xfrm>
            <a:off x="2886075" y="3105834"/>
            <a:ext cx="7929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事前インフレーション分布の分散パラメータ別の</a:t>
            </a:r>
            <a:b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陸上・海上インフレーションの期間平均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スピンアップ期間除く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4000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C95B1-7E4B-5852-26D4-B45C087B9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56EE782F-00BB-3221-DD6A-220C555D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結果</a:t>
            </a:r>
          </a:p>
        </p:txBody>
      </p:sp>
      <p:pic>
        <p:nvPicPr>
          <p:cNvPr id="9" name="図 8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85C05C6-A17D-5C05-46A4-66623885A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00" y="2428875"/>
            <a:ext cx="5760000" cy="4320000"/>
          </a:xfrm>
          <a:prstGeom prst="rect">
            <a:avLst/>
          </a:prstGeom>
        </p:spPr>
      </p:pic>
      <p:pic>
        <p:nvPicPr>
          <p:cNvPr id="16" name="図 15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72F3A24-7F41-3410-A086-6BD786FBC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93082"/>
            <a:ext cx="5839640" cy="4191585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733B54E-6FD2-7000-4B9A-6AE8190C2024}"/>
              </a:ext>
            </a:extLst>
          </p:cNvPr>
          <p:cNvSpPr txBox="1"/>
          <p:nvPr/>
        </p:nvSpPr>
        <p:spPr>
          <a:xfrm>
            <a:off x="2721471" y="2114997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&lt;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実験結果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&gt;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2B8C22D-C64C-3FEB-ADDE-77A7B12DEB28}"/>
              </a:ext>
            </a:extLst>
          </p:cNvPr>
          <p:cNvSpPr txBox="1"/>
          <p:nvPr/>
        </p:nvSpPr>
        <p:spPr>
          <a:xfrm>
            <a:off x="8270541" y="2123750"/>
            <a:ext cx="2411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&lt;Miyoshi(2011)&gt;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76F0ACC-99C4-88E7-28CE-4BCD374C2CC3}"/>
              </a:ext>
            </a:extLst>
          </p:cNvPr>
          <p:cNvSpPr txBox="1"/>
          <p:nvPr/>
        </p:nvSpPr>
        <p:spPr>
          <a:xfrm>
            <a:off x="2721471" y="1323103"/>
            <a:ext cx="7929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事前インフレーション分布の分散パラメータ別の</a:t>
            </a:r>
            <a:b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全体・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陸上・海上の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RMSE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Spread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の比較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4756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E642-2543-4F9E-B080-8630D6E7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4BD4F832-A7B9-53F3-4494-4BCF86CD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結果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6508771-FC52-892F-C223-7EC46632A390}"/>
              </a:ext>
            </a:extLst>
          </p:cNvPr>
          <p:cNvSpPr txBox="1"/>
          <p:nvPr/>
        </p:nvSpPr>
        <p:spPr>
          <a:xfrm>
            <a:off x="2045196" y="2006137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&lt;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実験結果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&gt;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7A106D0-D16F-360C-9996-8B4D6809D89B}"/>
              </a:ext>
            </a:extLst>
          </p:cNvPr>
          <p:cNvSpPr txBox="1"/>
          <p:nvPr/>
        </p:nvSpPr>
        <p:spPr>
          <a:xfrm>
            <a:off x="8280066" y="2006137"/>
            <a:ext cx="2411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&lt;Miyoshi(2011)&gt;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7016D986-4505-821D-721E-78397DDBD7D0}"/>
                  </a:ext>
                </a:extLst>
              </p:cNvPr>
              <p:cNvSpPr txBox="1"/>
              <p:nvPr/>
            </p:nvSpPr>
            <p:spPr>
              <a:xfrm>
                <a:off x="2171700" y="1208803"/>
                <a:ext cx="8745565" cy="797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事前インフレーション分布の分散パラメータ別の</a:t>
                </a:r>
                <a:br>
                  <a:rPr kumimoji="1" lang="en-US" altLang="ja-JP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</a:br>
                <a:r>
                  <a:rPr kumimoji="1" lang="ja-JP" altLang="en-US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全体・</a:t>
                </a:r>
                <a:r>
                  <a:rPr lang="ja-JP" altLang="en-US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陸上・海上の</a:t>
                </a:r>
                <a:r>
                  <a:rPr lang="en-US" altLang="ja-JP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RMSE</a:t>
                </a:r>
                <a:r>
                  <a:rPr lang="ja-JP" altLang="en-US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の改善率</a:t>
                </a:r>
                <a:r>
                  <a:rPr lang="en-US" altLang="ja-JP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(%)=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 dirty="0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</m:ctrlPr>
                      </m:dPr>
                      <m:e>
                        <m:r>
                          <a:rPr lang="en-US" altLang="ja-JP" i="1" dirty="0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𝑅𝑀𝑆</m:t>
                        </m:r>
                        <m:sSub>
                          <m:sSubPr>
                            <m:ctrlPr>
                              <a:rPr lang="en-US" altLang="ja-JP" i="1" dirty="0" smtClean="0">
                                <a:latin typeface="Cambria Math" panose="02040503050406030204" pitchFamily="18" charset="0"/>
                                <a:ea typeface="メイリオ" panose="020B0604030504040204" pitchFamily="50" charset="-128"/>
                              </a:rPr>
                            </m:ctrlPr>
                          </m:sSubPr>
                          <m:e>
                            <m:r>
                              <a:rPr lang="en-US" altLang="ja-JP" i="1" dirty="0" smtClean="0">
                                <a:latin typeface="Cambria Math" panose="02040503050406030204" pitchFamily="18" charset="0"/>
                                <a:ea typeface="メイリオ" panose="020B0604030504040204" pitchFamily="50" charset="-128"/>
                              </a:rPr>
                              <m:t>𝐸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altLang="ja-JP" i="1" dirty="0" err="1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 dirty="0" err="1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ja-JP" i="1" dirty="0" err="1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𝑏</m:t>
                                </m:r>
                              </m:sub>
                              <m:sup>
                                <m:r>
                                  <a:rPr lang="en-US" altLang="ja-JP" i="1" dirty="0" err="1" smtClean="0">
                                    <a:latin typeface="Cambria Math" panose="02040503050406030204" pitchFamily="18" charset="0"/>
                                    <a:ea typeface="メイリオ" panose="020B0604030504040204" pitchFamily="50" charset="-128"/>
                                  </a:rPr>
                                  <m:t>𝑖</m:t>
                                </m:r>
                              </m:sup>
                            </m:sSubSup>
                          </m:sub>
                        </m:sSub>
                        <m:r>
                          <a:rPr lang="en-US" altLang="ja-JP" i="1" dirty="0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−</m:t>
                        </m:r>
                        <m:r>
                          <a:rPr lang="en-US" altLang="ja-JP" i="1" dirty="0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𝑅𝑀𝑆</m:t>
                        </m:r>
                        <m:sSub>
                          <m:sSub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  <a:ea typeface="メイリオ" panose="020B0604030504040204" pitchFamily="50" charset="-128"/>
                              </a:rPr>
                            </m:ctrlPr>
                          </m:sSubPr>
                          <m:e>
                            <m:r>
                              <a:rPr lang="en-US" altLang="ja-JP" i="1" dirty="0" smtClean="0">
                                <a:latin typeface="Cambria Math" panose="02040503050406030204" pitchFamily="18" charset="0"/>
                                <a:ea typeface="メイリオ" panose="020B0604030504040204" pitchFamily="50" charset="-128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  <a:ea typeface="メイリオ" panose="020B0604030504040204" pitchFamily="50" charset="-128"/>
                              </a:rPr>
                              <m:t>1.5%</m:t>
                            </m:r>
                          </m:sub>
                        </m:sSub>
                      </m:e>
                    </m:d>
                    <m:r>
                      <m:rPr>
                        <m:lit/>
                      </m:rPr>
                      <a:rPr lang="en-US" altLang="ja-JP" i="1" dirty="0" smtClean="0">
                        <a:latin typeface="Cambria Math" panose="02040503050406030204" pitchFamily="18" charset="0"/>
                        <a:ea typeface="メイリオ" panose="020B0604030504040204" pitchFamily="50" charset="-128"/>
                      </a:rPr>
                      <m:t>/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  <a:ea typeface="メイリオ" panose="020B0604030504040204" pitchFamily="50" charset="-128"/>
                      </a:rPr>
                      <m:t>𝑅𝑀𝑆</m:t>
                    </m:r>
                    <m:sSub>
                      <m:sSubPr>
                        <m:ctrlPr>
                          <a:rPr lang="en-US" altLang="ja-JP" i="1" dirty="0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</m:ctrlPr>
                      </m:sSubPr>
                      <m:e>
                        <m:r>
                          <a:rPr lang="en-US" altLang="ja-JP" i="1" dirty="0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𝐸</m:t>
                        </m:r>
                      </m:e>
                      <m:sub>
                        <m:sSubSup>
                          <m:sSubSupPr>
                            <m:ctrlPr>
                              <a:rPr lang="en-US" altLang="ja-JP" i="1" dirty="0" err="1" smtClean="0">
                                <a:latin typeface="Cambria Math" panose="02040503050406030204" pitchFamily="18" charset="0"/>
                                <a:ea typeface="メイリオ" panose="020B0604030504040204" pitchFamily="50" charset="-128"/>
                              </a:rPr>
                            </m:ctrlPr>
                          </m:sSubSupPr>
                          <m:e>
                            <m:r>
                              <a:rPr lang="en-US" altLang="ja-JP" i="1" dirty="0" err="1" smtClean="0">
                                <a:latin typeface="Cambria Math" panose="02040503050406030204" pitchFamily="18" charset="0"/>
                                <a:ea typeface="メイリオ" panose="020B0604030504040204" pitchFamily="50" charset="-128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i="1" dirty="0" err="1" smtClean="0">
                                <a:latin typeface="Cambria Math" panose="02040503050406030204" pitchFamily="18" charset="0"/>
                                <a:ea typeface="メイリオ" panose="020B0604030504040204" pitchFamily="50" charset="-128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ja-JP" i="1" dirty="0" err="1" smtClean="0">
                                <a:latin typeface="Cambria Math" panose="02040503050406030204" pitchFamily="18" charset="0"/>
                                <a:ea typeface="メイリオ" panose="020B0604030504040204" pitchFamily="50" charset="-128"/>
                              </a:rPr>
                              <m:t>𝑖</m:t>
                            </m:r>
                          </m:sup>
                        </m:sSubSup>
                      </m:sub>
                    </m:sSub>
                    <m:r>
                      <a:rPr lang="en-US" altLang="ja-JP" i="1" dirty="0">
                        <a:latin typeface="Cambria Math" panose="02040503050406030204" pitchFamily="18" charset="0"/>
                        <a:ea typeface="メイリオ" panose="020B0604030504040204" pitchFamily="50" charset="-128"/>
                      </a:rPr>
                      <m:t>×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  <a:ea typeface="メイリオ" panose="020B0604030504040204" pitchFamily="50" charset="-128"/>
                      </a:rPr>
                      <m:t>100</m:t>
                    </m:r>
                  </m:oMath>
                </a14:m>
                <a:endParaRPr kumimoji="1" lang="ja-JP" altLang="en-US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7016D986-4505-821D-721E-78397DDBD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00" y="1208803"/>
                <a:ext cx="8745565" cy="797334"/>
              </a:xfrm>
              <a:prstGeom prst="rect">
                <a:avLst/>
              </a:prstGeom>
              <a:blipFill>
                <a:blip r:embed="rId3"/>
                <a:stretch>
                  <a:fillRect t="-3053" b="-45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3E789C80-957F-0484-E08D-D13C121F0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00" y="2375469"/>
            <a:ext cx="5760000" cy="4320000"/>
          </a:xfrm>
          <a:prstGeom prst="rect">
            <a:avLst/>
          </a:prstGeom>
        </p:spPr>
      </p:pic>
      <p:pic>
        <p:nvPicPr>
          <p:cNvPr id="5" name="図 4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E87A7E01-F5E7-52F9-0FEB-69F047B659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998" y="2351278"/>
            <a:ext cx="5753903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55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DFS(Degrees of Freedom for the Signal, </a:t>
            </a:r>
            <a:r>
              <a:rPr lang="ja-JP" altLang="en-US" dirty="0"/>
              <a:t>信号の自由度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2B8E83CA-CFAE-4900-9BEE-979834A48AFD}"/>
                  </a:ext>
                </a:extLst>
              </p:cNvPr>
              <p:cNvSpPr>
                <a:spLocks noGrp="1"/>
              </p:cNvSpPr>
              <p:nvPr>
                <p:ph idx="10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観測データが解析値</a:t>
                </a:r>
                <a:r>
                  <a:rPr kumimoji="1" lang="en-US" altLang="ja-JP" dirty="0"/>
                  <a:t>(</a:t>
                </a:r>
                <a:r>
                  <a:rPr kumimoji="1" lang="ja-JP" altLang="en-US" dirty="0"/>
                  <a:t>結果</a:t>
                </a:r>
                <a:r>
                  <a:rPr kumimoji="1" lang="en-US" altLang="ja-JP" dirty="0"/>
                  <a:t>)</a:t>
                </a:r>
                <a:r>
                  <a:rPr kumimoji="1" lang="ja-JP" altLang="en-US" dirty="0"/>
                  <a:t>に反映されている程度を定量的に評価する指標</a:t>
                </a:r>
                <a:endParaRPr lang="en-US" altLang="ja-JP" dirty="0"/>
              </a:p>
              <a:p>
                <a:r>
                  <a:rPr kumimoji="1" lang="ja-JP" altLang="en-US" dirty="0"/>
                  <a:t>以下のように表現できる</a:t>
                </a:r>
                <a:endParaRPr kumimoji="1" lang="en-US" altLang="ja-JP" dirty="0"/>
              </a:p>
              <a:p>
                <a:pPr marL="969300" lvl="1" indent="-457200">
                  <a:buFont typeface="+mj-lt"/>
                  <a:buAutoNum type="arabicPeriod"/>
                </a:pPr>
                <a:r>
                  <a:rPr lang="en-US" altLang="ja-JP" dirty="0"/>
                  <a:t>S</a:t>
                </a:r>
                <a:r>
                  <a:rPr lang="ja-JP" altLang="en-US" dirty="0"/>
                  <a:t>を使った表記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𝐷𝐹𝑆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𝑡𝑟𝑎𝑐𝑒</m:t>
                    </m:r>
                    <m:d>
                      <m:d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i="0" dirty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d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1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ja-JP" sz="2400" b="1" i="0" dirty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ja-JP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1" i="1" dirty="0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ja-JP" sz="2400" b="1" i="1" dirty="0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p>
                        </m:sSup>
                      </m:num>
                      <m:den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ja-JP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1" i="1" dirty="0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ja-JP" sz="2400" b="1" i="1" dirty="0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ja-JP" sz="24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ja-JP" sz="2400" b="1" i="1" dirty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</m:den>
                    </m:f>
                    <m:d>
                      <m:d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i="0" dirty="0" smtClean="0">
                            <a:latin typeface="Cambria Math" panose="02040503050406030204" pitchFamily="18" charset="0"/>
                          </a:rPr>
                          <m:t>𝐇</m:t>
                        </m:r>
                        <m:sSup>
                          <m:sSupPr>
                            <m:ctrlPr>
                              <a:rPr lang="en-US" altLang="ja-JP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1" i="0" dirty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altLang="ja-JP" sz="2400" b="1" i="0" dirty="0" smtClean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sup>
                        </m:sSup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ja-JP" sz="24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ja-JP" sz="2400" b="1" i="1" dirty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</m:den>
                    </m:f>
                    <m:d>
                      <m:d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dirty="0">
                            <a:latin typeface="Cambria Math" panose="02040503050406030204" pitchFamily="18" charset="0"/>
                          </a:rPr>
                          <m:t>𝐇</m:t>
                        </m:r>
                        <m:sSup>
                          <m:sSupPr>
                            <m:ctrlPr>
                              <a:rPr lang="en-US" altLang="ja-JP" sz="24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1" dirty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altLang="ja-JP" sz="2400" b="1" dirty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sup>
                        </m:sSup>
                        <m:r>
                          <a:rPr lang="en-US" altLang="ja-JP" sz="24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1" i="0" dirty="0" smtClean="0">
                            <a:latin typeface="Cambria Math" panose="02040503050406030204" pitchFamily="18" charset="0"/>
                          </a:rPr>
                          <m:t>𝐇𝐊</m:t>
                        </m:r>
                        <m:d>
                          <m:dPr>
                            <m:ctrlPr>
                              <a:rPr lang="en-US" altLang="ja-JP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sz="24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ja-JP" sz="2400" b="1" i="1" dirty="0" smtClean="0">
                                    <a:latin typeface="Cambria Math" panose="02040503050406030204" pitchFamily="18" charset="0"/>
                                  </a:rPr>
                                  <m:t>𝒐</m:t>
                                </m:r>
                              </m:sup>
                            </m:sSup>
                            <m:r>
                              <a:rPr lang="en-US" altLang="ja-JP" sz="2400" b="1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1" i="0" dirty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  <m:sSup>
                              <m:sSupPr>
                                <m:ctrlPr>
                                  <a:rPr lang="en-US" altLang="ja-JP" sz="24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1" i="0" dirty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altLang="ja-JP" sz="2400" b="1" i="0" dirty="0" smtClean="0">
                                    <a:latin typeface="Cambria Math" panose="02040503050406030204" pitchFamily="18" charset="0"/>
                                  </a:rPr>
                                  <m:t>𝐛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0" dirty="0" smtClean="0">
                        <a:latin typeface="Cambria Math" panose="02040503050406030204" pitchFamily="18" charset="0"/>
                      </a:rPr>
                      <m:t>𝐇𝐊</m:t>
                    </m:r>
                  </m:oMath>
                </a14:m>
                <a:br>
                  <a:rPr lang="en-US" altLang="ja-JP" sz="2400" b="1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𝐷𝐹𝑆</m:t>
                    </m:r>
                    <m:r>
                      <a:rPr lang="en-US" altLang="ja-JP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0" smtClean="0">
                        <a:latin typeface="Cambria Math" panose="02040503050406030204" pitchFamily="18" charset="0"/>
                      </a:rPr>
                      <m:t>𝐇𝐊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400" i="0" dirty="0">
                  <a:latin typeface="Cambria Math" panose="02040503050406030204" pitchFamily="18" charset="0"/>
                </a:endParaRPr>
              </a:p>
              <a:p>
                <a:pPr marL="969300" lvl="1" indent="-457200">
                  <a:buFont typeface="+mj-lt"/>
                  <a:buAutoNum type="arabicPeriod"/>
                </a:pPr>
                <a:endParaRPr lang="en-US" altLang="ja-JP" sz="2400" i="0" dirty="0">
                  <a:latin typeface="Cambria Math" panose="02040503050406030204" pitchFamily="18" charset="0"/>
                </a:endParaRPr>
              </a:p>
              <a:p>
                <a:pPr marL="969300" lvl="1" indent="-457200">
                  <a:buFont typeface="+mj-lt"/>
                  <a:buAutoNum type="arabicPeriod"/>
                </a:pPr>
                <a:r>
                  <a:rPr kumimoji="1" lang="ja-JP" altLang="en-US" dirty="0"/>
                  <a:t>可観測行列</a:t>
                </a:r>
                <a:r>
                  <a:rPr kumimoji="1" lang="en-US" altLang="ja-JP" dirty="0"/>
                  <a:t>G</a:t>
                </a:r>
                <a:r>
                  <a:rPr kumimoji="1" lang="ja-JP" altLang="en-US" dirty="0"/>
                  <a:t>とその特異値分解による表記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r>
                      <a:rPr lang="en-US" altLang="ja-JP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altLang="ja-JP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ja-JP" dirty="0">
                        <a:solidFill>
                          <a:srgbClr val="000000"/>
                        </a:solidFill>
                      </a:rPr>
                      <m:t> </m:t>
                    </m:r>
                    <m:sSup>
                      <m:sSupPr>
                        <m:ctrl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p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𝐇</m:t>
                    </m:r>
                    <m:sSup>
                      <m:sSupPr>
                        <m:ctrl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1">
                        <a:latin typeface="Cambria Math" panose="02040503050406030204" pitchFamily="18" charset="0"/>
                      </a:rPr>
                      <m:t>𝐄</m:t>
                    </m:r>
                    <m:sSup>
                      <m:sSupPr>
                        <m:ctrlPr>
                          <a:rPr lang="el-GR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1/2</m:t>
                        </m:r>
                      </m:sup>
                    </m:sSup>
                    <m:sSup>
                      <m:sSupPr>
                        <m:ctrlPr>
                          <a:rPr lang="el-GR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br>
                  <a:rPr kumimoji="1" lang="en-US" altLang="ja-JP" dirty="0"/>
                </a:br>
                <a:br>
                  <a:rPr kumimoji="1" lang="en-US" altLang="ja-JP" dirty="0"/>
                </a:br>
                <a14:m>
                  <m:oMath xmlns:m="http://schemas.openxmlformats.org/officeDocument/2006/math">
                    <m:r>
                      <a:rPr lang="en-US" altLang="ja-JP" b="1">
                        <a:latin typeface="Cambria Math" panose="02040503050406030204" pitchFamily="18" charset="0"/>
                      </a:rPr>
                      <m:t>𝐄</m:t>
                    </m:r>
                    <m:r>
                      <a:rPr lang="en-US" altLang="ja-JP" b="1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altLang="ja-JP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ja-JP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ja-JP" b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ja-JP" b="1"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br>
                  <a:rPr lang="en-US" altLang="ja-JP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altLang="ja-JP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l-GR" altLang="ja-JP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𝚪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f>
                                    <m:f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altLang="ja-JP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 i="1"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ja-JP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 i="1"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 i="1"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ja-JP" altLang="en-US" dirty="0"/>
                      <m:t> </m:t>
                    </m:r>
                    <m:r>
                      <m:rPr>
                        <m:nor/>
                      </m:rPr>
                      <a:rPr lang="en-US" altLang="ja-JP" dirty="0"/>
                      <m:t>, 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ja-JP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altLang="ja-JP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altLang="ja-JP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br>
                  <a:rPr lang="en-US" altLang="ja-JP" b="1" dirty="0">
                    <a:solidFill>
                      <a:srgbClr val="0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ja-JP" b="1">
                        <a:latin typeface="Cambria Math" panose="02040503050406030204" pitchFamily="18" charset="0"/>
                      </a:rPr>
                      <m:t>𝐄</m:t>
                    </m:r>
                    <m:sSup>
                      <m:sSupPr>
                        <m:ctrlPr>
                          <a:rPr lang="el-GR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ja-JP" altLang="ja-JP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ja-JP" altLang="ja-JP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>
                                      <a:latin typeface="Cambria Math" panose="02040503050406030204" pitchFamily="18" charset="0"/>
                                    </a:rPr>
                                    <m:t>𝐄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ja-JP" altLang="ja-JP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l-GR" altLang="ja-JP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𝚪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ja-JP" altLang="ja-JP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1" i="1"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ja-JP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ja-JP" altLang="en-US" dirty="0"/>
              </a:p>
              <a:p>
                <a:pPr marL="969300" lvl="1" indent="-457200">
                  <a:buFont typeface="+mj-lt"/>
                  <a:buAutoNum type="arabicPeriod"/>
                </a:pPr>
                <a:endParaRPr lang="ja-JP" altLang="en-US" dirty="0"/>
              </a:p>
              <a:p>
                <a:pPr marL="969300" lvl="1" indent="-457200">
                  <a:buFont typeface="+mj-lt"/>
                  <a:buAutoNum type="arabicPeriod"/>
                </a:pPr>
                <a:endParaRPr kumimoji="1"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2B8E83CA-CFAE-4900-9BEE-979834A48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blipFill>
                <a:blip r:embed="rId2"/>
                <a:stretch>
                  <a:fillRect t="-25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B06F72A-98E0-E2A0-8947-2C0367E0D0D6}"/>
              </a:ext>
            </a:extLst>
          </p:cNvPr>
          <p:cNvSpPr/>
          <p:nvPr/>
        </p:nvSpPr>
        <p:spPr>
          <a:xfrm>
            <a:off x="3990975" y="2189456"/>
            <a:ext cx="1238250" cy="102870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4050B8F-A054-093C-AFD5-8942F4945BFB}"/>
              </a:ext>
            </a:extLst>
          </p:cNvPr>
          <p:cNvSpPr txBox="1"/>
          <p:nvPr/>
        </p:nvSpPr>
        <p:spPr>
          <a:xfrm>
            <a:off x="3676650" y="3333531"/>
            <a:ext cx="367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FFC000"/>
                </a:solidFill>
              </a:rPr>
              <a:t>観測値に対する解析値の感度？</a:t>
            </a:r>
          </a:p>
        </p:txBody>
      </p:sp>
    </p:spTree>
    <p:extLst>
      <p:ext uri="{BB962C8B-B14F-4D97-AF65-F5344CB8AC3E}">
        <p14:creationId xmlns:p14="http://schemas.microsoft.com/office/powerpoint/2010/main" val="37569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DFS(Degrees of Freedom for the Signal, </a:t>
            </a:r>
            <a:r>
              <a:rPr lang="ja-JP" altLang="en-US" dirty="0"/>
              <a:t>信号の自由度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2B8E83CA-CFAE-4900-9BEE-979834A48AFD}"/>
                  </a:ext>
                </a:extLst>
              </p:cNvPr>
              <p:cNvSpPr>
                <a:spLocks noGrp="1"/>
              </p:cNvSpPr>
              <p:nvPr>
                <p:ph idx="10"/>
              </p:nvPr>
            </p:nvSpPr>
            <p:spPr/>
            <p:txBody>
              <a:bodyPr>
                <a:normAutofit/>
              </a:bodyPr>
              <a:lstStyle/>
              <a:p>
                <a:pPr marL="626400" indent="-457200">
                  <a:buFont typeface="+mj-lt"/>
                  <a:buAutoNum type="arabicPeriod" startAt="2"/>
                </a:pPr>
                <a:r>
                  <a:rPr lang="ja-JP" altLang="en-US" dirty="0"/>
                  <a:t>可観測行列</a:t>
                </a:r>
                <a:r>
                  <a:rPr lang="en-US" altLang="ja-JP" dirty="0"/>
                  <a:t>G</a:t>
                </a:r>
                <a:r>
                  <a:rPr lang="ja-JP" altLang="en-US" dirty="0"/>
                  <a:t>とその特異値分解による表記</a:t>
                </a:r>
                <a:r>
                  <a:rPr lang="en-US" altLang="ja-JP" dirty="0"/>
                  <a:t>(</a:t>
                </a:r>
                <a:r>
                  <a:rPr lang="ja-JP" altLang="en-US" dirty="0"/>
                  <a:t>続き</a:t>
                </a:r>
                <a:r>
                  <a:rPr lang="en-US" altLang="ja-JP" dirty="0"/>
                  <a:t>)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𝐷𝐹𝑆</m:t>
                    </m:r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altLang="ja-JP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𝐁</m:t>
                    </m:r>
                    <m:sSup>
                      <m:sSupPr>
                        <m:ctrlP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p>
                        <m: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  <m:sSup>
                              <m:sSupPr>
                                <m:ctrlPr>
                                  <a:rPr lang="ja-JP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p>
                                <m:r>
                                  <a:rPr lang="ja-JP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ja-JP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altLang="ja-JP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𝐁</m:t>
                    </m:r>
                    <m:sSup>
                      <m:sSupPr>
                        <m:ctrlP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p>
                        <m: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−1/2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−1/2</m:t>
                                </m:r>
                              </m:sup>
                            </m:sSup>
                            <m:r>
                              <a:rPr lang="ja-JP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  <m:sSup>
                              <m:sSupPr>
                                <m:ctrlPr>
                                  <a:rPr lang="ja-JP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p>
                                <m:r>
                                  <a:rPr lang="ja-JP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−1/2</m:t>
                                </m:r>
                              </m:sup>
                            </m:s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p>
                  </m:oMath>
                </a14:m>
                <a:br>
                  <a:rPr lang="en-US" altLang="ja-JP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p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altLang="ja-JP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𝐁</m:t>
                    </m:r>
                    <m:sSup>
                      <m:sSupPr>
                        <m:ctrlP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p>
                        <m: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−1/2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−1/2</m:t>
                                </m:r>
                              </m:sup>
                            </m:sSup>
                            <m:r>
                              <a:rPr lang="ja-JP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  <m:sSup>
                              <m:sSupPr>
                                <m:ctrlPr>
                                  <a:rPr lang="ja-JP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p>
                                <m:r>
                                  <a:rPr lang="ja-JP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−1/2</m:t>
                                </m:r>
                              </m:sup>
                            </m:s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ja-JP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𝐆𝐆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𝐆𝐆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ja-JP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ja-JP" altLang="ja-JP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ja-JP" altLang="ja-JP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altLang="ja-JP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𝚪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ja-JP" altLang="ja-JP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ja-JP" altLang="ja-JP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  <m:t>𝐄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ja-JP" altLang="ja-JP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altLang="ja-JP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ja-JP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ja-JP" altLang="ja-JP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ja-JP" altLang="ja-JP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Sup>
                      <m:sSubSupPr>
                        <m:ctrlPr>
                          <a:rPr lang="ja-JP" altLang="ja-JP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d>
                      <m:dPr>
                        <m:begChr m:val="{"/>
                        <m:endChr m:val="}"/>
                        <m:ctrlPr>
                          <a:rPr lang="en-US" altLang="ja-JP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𝐈</m:t>
                        </m:r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ja-JP" altLang="ja-JP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l-GR" altLang="ja-JP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ja-JP" altLang="ja-JP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𝐄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ja-JP" altLang="ja-JP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>
                                        <a:latin typeface="Cambria Math" panose="02040503050406030204" pitchFamily="18" charset="0"/>
                                      </a:rPr>
                                      <m:t>𝐄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ja-JP" dirty="0"/>
                </a:b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ja-JP" altLang="ja-JP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altLang="ja-JP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bSup>
                          <m:sSubSupPr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bSup>
                          <m:sSubSupPr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ja-JP" altLang="ja-JP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l-GR" altLang="ja-JP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𝐈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Sup>
                          <m:sSubSupPr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ja-JP" dirty="0">
                    <a:solidFill>
                      <a:srgbClr val="000000"/>
                    </a:solidFill>
                  </a:rPr>
                </a:b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ja-JP" altLang="ja-JP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altLang="ja-JP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ja-JP" altLang="ja-JP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ja-JP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ja-JP" altLang="ja-JP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l-GR" altLang="ja-JP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𝚪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a:rPr lang="en-US" altLang="ja-JP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𝐈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sSubSup>
                      <m:sSubSupPr>
                        <m:ctrlPr>
                          <a:rPr lang="ja-JP" altLang="ja-JP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ja-JP" dirty="0">
                    <a:solidFill>
                      <a:srgbClr val="000000"/>
                    </a:solidFill>
                  </a:rPr>
                </a:b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ja-JP" altLang="ja-JP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ja-JP" b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ja-JP" altLang="ja-JP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sSupPr>
                        <m:ctrl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ja-JP" altLang="ja-JP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l-GR" altLang="ja-JP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𝚪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ja-JP" dirty="0">
                    <a:solidFill>
                      <a:srgbClr val="000000"/>
                    </a:solidFill>
                  </a:rPr>
                </a:b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ja-JP" altLang="ja-JP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sSupPr>
                        <m:ctrl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ja-JP" altLang="ja-JP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l-GR" altLang="ja-JP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𝚪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altLang="ja-JP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ja-JP" dirty="0">
                    <a:solidFill>
                      <a:srgbClr val="000000"/>
                    </a:solidFill>
                  </a:rPr>
                </a:b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ja-JP" altLang="en-US" dirty="0"/>
              </a:p>
              <a:p>
                <a:pPr marL="626400" indent="-457200">
                  <a:buFont typeface="+mj-lt"/>
                  <a:buAutoNum type="arabicPeriod" startAt="2"/>
                </a:pPr>
                <a:endParaRPr lang="ja-JP" altLang="en-US" dirty="0"/>
              </a:p>
              <a:p>
                <a:pPr marL="626400" indent="-457200">
                  <a:buFont typeface="+mj-lt"/>
                  <a:buAutoNum type="arabicPeriod" startAt="2"/>
                </a:pPr>
                <a:endParaRPr lang="ja-JP" altLang="en-US" dirty="0"/>
              </a:p>
              <a:p>
                <a:pPr marL="626400" indent="-457200">
                  <a:buFont typeface="+mj-lt"/>
                  <a:buAutoNum type="arabicPeriod" startAt="2"/>
                </a:pPr>
                <a:endParaRPr lang="ja-JP" altLang="en-US" dirty="0"/>
              </a:p>
              <a:p>
                <a:pPr marL="626400" indent="-457200">
                  <a:buFont typeface="+mj-lt"/>
                  <a:buAutoNum type="arabicPeriod" startAt="2"/>
                </a:pPr>
                <a:endParaRPr lang="ja-JP" altLang="en-US" dirty="0"/>
              </a:p>
              <a:p>
                <a:pPr marL="626400" indent="-457200">
                  <a:buFont typeface="+mj-lt"/>
                  <a:buAutoNum type="arabicPeriod" startAt="2"/>
                </a:pPr>
                <a:endParaRPr lang="ja-JP" altLang="en-US" dirty="0"/>
              </a:p>
              <a:p>
                <a:pPr marL="626400" indent="-457200">
                  <a:buFont typeface="+mj-lt"/>
                  <a:buAutoNum type="arabicPeriod" startAt="2"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2B8E83CA-CFAE-4900-9BEE-979834A48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blipFill>
                <a:blip r:embed="rId2"/>
                <a:stretch>
                  <a:fillRect l="-318" t="-296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223B3EF2-7FED-E4E5-5FC0-76DD431C35AF}"/>
                  </a:ext>
                </a:extLst>
              </p:cNvPr>
              <p:cNvSpPr/>
              <p:nvPr/>
            </p:nvSpPr>
            <p:spPr>
              <a:xfrm>
                <a:off x="8746857" y="1453271"/>
                <a:ext cx="2733119" cy="3742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※</m:t>
                      </m:r>
                      <m:r>
                        <m:rPr>
                          <m:sty m:val="p"/>
                        </m:rPr>
                        <a:rPr lang="en-US" altLang="ja-JP" b="0" i="0" dirty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ja-JP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sSup>
                        <m:sSup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b="0" i="0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b="0" i="0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ja-JP" b="0" i="0" dirty="0" smtClean="0">
                                  <a:latin typeface="Cambria Math" panose="02040503050406030204" pitchFamily="18" charset="0"/>
                                </a:rPr>
                                <m:t>HB</m:t>
                              </m:r>
                              <m:sSup>
                                <m:sSupPr>
                                  <m:ctrlPr>
                                    <a:rPr lang="en-US" altLang="ja-JP" b="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 b="0" i="0" dirty="0" err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ja-JP" b="0" i="0" dirty="0" err="1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altLang="ja-JP" b="0" i="0" dirty="0" err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b="0" i="0" dirty="0" err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223B3EF2-7FED-E4E5-5FC0-76DD431C35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857" y="1453271"/>
                <a:ext cx="2733119" cy="374270"/>
              </a:xfrm>
              <a:prstGeom prst="rect">
                <a:avLst/>
              </a:prstGeom>
              <a:blipFill>
                <a:blip r:embed="rId3"/>
                <a:stretch>
                  <a:fillRect t="-8065" r="-2232" b="-225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4AA6A7-CC8F-5EC7-AB23-630CA452132E}"/>
              </a:ext>
            </a:extLst>
          </p:cNvPr>
          <p:cNvSpPr txBox="1"/>
          <p:nvPr/>
        </p:nvSpPr>
        <p:spPr>
          <a:xfrm>
            <a:off x="9353550" y="2371725"/>
            <a:ext cx="273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</a:t>
            </a:r>
            <a:r>
              <a:rPr lang="ja-JP" altLang="en-US" dirty="0"/>
              <a:t>トレースの交換法則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A9E7A2-C182-F378-4D33-026E77CFC82E}"/>
              </a:ext>
            </a:extLst>
          </p:cNvPr>
          <p:cNvSpPr txBox="1"/>
          <p:nvPr/>
        </p:nvSpPr>
        <p:spPr>
          <a:xfrm>
            <a:off x="8263025" y="3494277"/>
            <a:ext cx="273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※Woodbury</a:t>
            </a:r>
            <a:r>
              <a:rPr lang="ja-JP" altLang="en-US" dirty="0"/>
              <a:t>の恒等式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875E78A7-28D0-48DE-A68C-C2E9FC7A4A0D}"/>
                  </a:ext>
                </a:extLst>
              </p:cNvPr>
              <p:cNvSpPr txBox="1"/>
              <p:nvPr/>
            </p:nvSpPr>
            <p:spPr>
              <a:xfrm>
                <a:off x="6865749" y="4321701"/>
                <a:ext cx="486259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dirty="0"/>
                  <a:t>※</a:t>
                </a:r>
                <a:r>
                  <a:rPr lang="ja-JP" altLang="en-US" dirty="0"/>
                  <a:t>特異値分解で算出される</a:t>
                </a:r>
                <a14:m>
                  <m:oMath xmlns:m="http://schemas.openxmlformats.org/officeDocument/2006/math">
                    <m:r>
                      <a:rPr lang="en-US" altLang="ja-JP" b="1"/>
                      <m:t>𝐄</m:t>
                    </m:r>
                    <m:r>
                      <a:rPr lang="en-US" altLang="ja-JP" b="1" i="1"/>
                      <m:t> </m:t>
                    </m:r>
                    <m:r>
                      <a:rPr lang="ja-JP" altLang="en-US" b="1" i="1">
                        <a:latin typeface="Cambria Math" panose="02040503050406030204" pitchFamily="18" charset="0"/>
                      </a:rPr>
                      <m:t>と</m:t>
                    </m:r>
                    <m:r>
                      <a:rPr lang="en-US" altLang="ja-JP" b="1" smtClean="0">
                        <a:latin typeface="Cambria Math" panose="02040503050406030204" pitchFamily="18" charset="0"/>
                      </a:rPr>
                      <m:t>𝐂</m:t>
                    </m:r>
                    <m:r>
                      <a:rPr lang="ja-JP" altLang="en-US" b="1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kumimoji="1" lang="ja-JP" altLang="en-US" dirty="0"/>
                  <a:t>列ベクトルは必ず正規直交系になるので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ja-JP" altLang="ja-JP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kumimoji="1" lang="ja-JP" altLang="en-US" dirty="0"/>
                  <a:t>も直交行列</a:t>
                </a:r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875E78A7-28D0-48DE-A68C-C2E9FC7A4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5749" y="4321701"/>
                <a:ext cx="4862593" cy="646331"/>
              </a:xfrm>
              <a:prstGeom prst="rect">
                <a:avLst/>
              </a:prstGeom>
              <a:blipFill>
                <a:blip r:embed="rId4"/>
                <a:stretch>
                  <a:fillRect l="-1003" t="-4717" r="-1003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DEEDAD7-EA22-4F8C-AA36-1C75F33F0F7F}"/>
              </a:ext>
            </a:extLst>
          </p:cNvPr>
          <p:cNvSpPr/>
          <p:nvPr/>
        </p:nvSpPr>
        <p:spPr>
          <a:xfrm>
            <a:off x="3041704" y="5494149"/>
            <a:ext cx="887116" cy="7865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6F5F8320-16E1-4C73-A42B-157CAD6CBA05}"/>
                  </a:ext>
                </a:extLst>
              </p:cNvPr>
              <p:cNvSpPr txBox="1"/>
              <p:nvPr/>
            </p:nvSpPr>
            <p:spPr>
              <a:xfrm>
                <a:off x="3843255" y="5832633"/>
                <a:ext cx="6579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b="1" dirty="0">
                    <a:solidFill>
                      <a:srgbClr val="FF0000"/>
                    </a:solidFill>
                  </a:rPr>
                  <a:t>固有値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b="1" dirty="0">
                    <a:solidFill>
                      <a:srgbClr val="FF0000"/>
                    </a:solidFill>
                  </a:rPr>
                  <a:t>は観測誤差に対するモデル誤差の程度を表している？</a:t>
                </a:r>
                <a:endParaRPr kumimoji="1" lang="ja-JP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6F5F8320-16E1-4C73-A42B-157CAD6CB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255" y="5832633"/>
                <a:ext cx="6579355" cy="369332"/>
              </a:xfrm>
              <a:prstGeom prst="rect">
                <a:avLst/>
              </a:prstGeom>
              <a:blipFill>
                <a:blip r:embed="rId5"/>
                <a:stretch>
                  <a:fillRect l="-648" t="-10000" r="-556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521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DFS(Degrees of Freedom for the Signal, </a:t>
            </a:r>
            <a:r>
              <a:rPr lang="ja-JP" altLang="en-US" dirty="0"/>
              <a:t>信号の自由度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ja-JP" dirty="0"/>
              <a:t>Lorenz96</a:t>
            </a:r>
            <a:r>
              <a:rPr lang="ja-JP" altLang="en-US" dirty="0"/>
              <a:t>を</a:t>
            </a:r>
            <a:r>
              <a:rPr lang="en-US" altLang="ja-JP" dirty="0"/>
              <a:t>LETKF(m=10, inflation=4%, localization radius=5)</a:t>
            </a:r>
            <a:r>
              <a:rPr lang="ja-JP" altLang="en-US" dirty="0"/>
              <a:t>で</a:t>
            </a:r>
            <a:r>
              <a:rPr lang="en-US" altLang="ja-JP" dirty="0"/>
              <a:t>1</a:t>
            </a:r>
            <a:r>
              <a:rPr lang="ja-JP" altLang="en-US" dirty="0"/>
              <a:t>年間データ同化し、</a:t>
            </a:r>
            <a:r>
              <a:rPr lang="en-US" altLang="ja-JP" dirty="0"/>
              <a:t>1</a:t>
            </a:r>
            <a:r>
              <a:rPr lang="ja-JP" altLang="en-US" dirty="0"/>
              <a:t>の手法</a:t>
            </a:r>
            <a:r>
              <a:rPr lang="en-US" altLang="ja-JP" dirty="0"/>
              <a:t>(trace(HK)),2</a:t>
            </a:r>
            <a:r>
              <a:rPr lang="ja-JP" altLang="en-US" dirty="0"/>
              <a:t>の手法</a:t>
            </a:r>
            <a:r>
              <a:rPr lang="en-US" altLang="ja-JP" dirty="0"/>
              <a:t>(</a:t>
            </a:r>
            <a:r>
              <a:rPr lang="ja-JP" altLang="en-US" dirty="0"/>
              <a:t>可観測行列の特異値分解</a:t>
            </a:r>
            <a:r>
              <a:rPr lang="en-US" altLang="ja-JP" dirty="0"/>
              <a:t>)</a:t>
            </a:r>
            <a:r>
              <a:rPr lang="ja-JP" altLang="en-US" dirty="0"/>
              <a:t>で</a:t>
            </a:r>
            <a:r>
              <a:rPr lang="en-US" altLang="ja-JP" dirty="0"/>
              <a:t>DFS</a:t>
            </a:r>
            <a:r>
              <a:rPr lang="ja-JP" altLang="en-US" dirty="0"/>
              <a:t>を算出</a:t>
            </a:r>
            <a:endParaRPr lang="en-US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6EC841B-03FA-4F5C-BB8E-5791E5E4A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44" y="4046671"/>
            <a:ext cx="5760000" cy="288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4C39594-EA50-4FE7-A971-21E42B7EA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458" y="3978000"/>
            <a:ext cx="576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79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662</Words>
  <Application>Microsoft Office PowerPoint</Application>
  <PresentationFormat>ワイド画面</PresentationFormat>
  <Paragraphs>76</Paragraphs>
  <Slides>9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メイリオ</vt:lpstr>
      <vt:lpstr>游ゴシック</vt:lpstr>
      <vt:lpstr>游ゴシック Light</vt:lpstr>
      <vt:lpstr>Arial</vt:lpstr>
      <vt:lpstr>Cambria Math</vt:lpstr>
      <vt:lpstr>Segoe UI</vt:lpstr>
      <vt:lpstr>Office テーマ</vt:lpstr>
      <vt:lpstr>地球観測社会システム 第12回経過報告</vt:lpstr>
      <vt:lpstr>前回までの進捗</vt:lpstr>
      <vt:lpstr>検証実験</vt:lpstr>
      <vt:lpstr>結果</vt:lpstr>
      <vt:lpstr>結果</vt:lpstr>
      <vt:lpstr>結果</vt:lpstr>
      <vt:lpstr>DFS(Degrees of Freedom for the Signal, 信号の自由度)</vt:lpstr>
      <vt:lpstr>DFS(Degrees of Freedom for the Signal, 信号の自由度)</vt:lpstr>
      <vt:lpstr>DFS(Degrees of Freedom for the Signal, 信号の自由度)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地球観測社会システム 第12回経過報告</dc:title>
  <dc:creator>cgfa6170</dc:creator>
  <cp:lastModifiedBy>cgfa6170</cp:lastModifiedBy>
  <cp:revision>15</cp:revision>
  <dcterms:created xsi:type="dcterms:W3CDTF">2026-01-21T10:42:09Z</dcterms:created>
  <dcterms:modified xsi:type="dcterms:W3CDTF">2026-01-22T07:16:12Z</dcterms:modified>
</cp:coreProperties>
</file>